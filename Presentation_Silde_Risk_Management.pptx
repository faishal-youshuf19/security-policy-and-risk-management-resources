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58" r:id="rId4"/>
    <p:sldId id="259" r:id="rId5"/>
    <p:sldId id="264" r:id="rId6"/>
    <p:sldId id="265" r:id="rId7"/>
    <p:sldId id="262" r:id="rId8"/>
    <p:sldId id="266" r:id="rId9"/>
    <p:sldId id="267" r:id="rId10"/>
    <p:sldId id="268" r:id="rId11"/>
    <p:sldId id="269" r:id="rId12"/>
    <p:sldId id="270" r:id="rId13"/>
    <p:sldId id="271" r:id="rId14"/>
    <p:sldId id="272" r:id="rId15"/>
    <p:sldId id="273"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04"/>
    <p:restoredTop sz="94658"/>
  </p:normalViewPr>
  <p:slideViewPr>
    <p:cSldViewPr snapToGrid="0">
      <p:cViewPr varScale="1">
        <p:scale>
          <a:sx n="81" d="100"/>
          <a:sy n="81" d="100"/>
        </p:scale>
        <p:origin x="192" y="10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1B9EED-521E-4B1B-A2C6-5135875A5F0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68C3127-A98E-4B5E-A8F9-72FFD9D2FBC4}">
      <dgm:prSet/>
      <dgm:spPr/>
      <dgm:t>
        <a:bodyPr/>
        <a:lstStyle/>
        <a:p>
          <a:r>
            <a:rPr lang="en-US"/>
            <a:t>Background: Organizations &amp; Incident</a:t>
          </a:r>
        </a:p>
      </dgm:t>
    </dgm:pt>
    <dgm:pt modelId="{D5BE3ADF-5262-4DDC-B55B-84CAC8E95F6A}" type="parTrans" cxnId="{91E6F06C-0250-4B90-BFDA-5D54667138C0}">
      <dgm:prSet/>
      <dgm:spPr/>
      <dgm:t>
        <a:bodyPr/>
        <a:lstStyle/>
        <a:p>
          <a:endParaRPr lang="en-US"/>
        </a:p>
      </dgm:t>
    </dgm:pt>
    <dgm:pt modelId="{EC8407BA-3F00-4C76-A612-0D27FA77E211}" type="sibTrans" cxnId="{91E6F06C-0250-4B90-BFDA-5D54667138C0}">
      <dgm:prSet/>
      <dgm:spPr/>
      <dgm:t>
        <a:bodyPr/>
        <a:lstStyle/>
        <a:p>
          <a:endParaRPr lang="en-US"/>
        </a:p>
      </dgm:t>
    </dgm:pt>
    <dgm:pt modelId="{C06000B9-76D3-48CC-9F5B-FFE0A71A4B2F}">
      <dgm:prSet/>
      <dgm:spPr/>
      <dgm:t>
        <a:bodyPr/>
        <a:lstStyle/>
        <a:p>
          <a:r>
            <a:rPr lang="en-US"/>
            <a:t>Attack Timeline: How the Incident Unfolded</a:t>
          </a:r>
        </a:p>
      </dgm:t>
    </dgm:pt>
    <dgm:pt modelId="{E4B14131-24B0-4BF5-B32C-A513FF64D9AC}" type="parTrans" cxnId="{ADEEDCB2-BE8E-44B1-9929-8FCE7172C3D9}">
      <dgm:prSet/>
      <dgm:spPr/>
      <dgm:t>
        <a:bodyPr/>
        <a:lstStyle/>
        <a:p>
          <a:endParaRPr lang="en-US"/>
        </a:p>
      </dgm:t>
    </dgm:pt>
    <dgm:pt modelId="{B8C1AEE7-9E60-4317-B73B-49451DBFC820}" type="sibTrans" cxnId="{ADEEDCB2-BE8E-44B1-9929-8FCE7172C3D9}">
      <dgm:prSet/>
      <dgm:spPr/>
      <dgm:t>
        <a:bodyPr/>
        <a:lstStyle/>
        <a:p>
          <a:endParaRPr lang="en-US"/>
        </a:p>
      </dgm:t>
    </dgm:pt>
    <dgm:pt modelId="{249E02BE-85AA-41AA-92EA-7972D4E151A4}">
      <dgm:prSet/>
      <dgm:spPr/>
      <dgm:t>
        <a:bodyPr/>
        <a:lstStyle/>
        <a:p>
          <a:r>
            <a:rPr lang="en-US"/>
            <a:t>Technical Aspects: The Stolen Trade Secrets</a:t>
          </a:r>
        </a:p>
      </dgm:t>
    </dgm:pt>
    <dgm:pt modelId="{7697B168-307F-4A88-8D6D-B3B32CE7D213}" type="parTrans" cxnId="{3D347F11-39F9-4C7E-A71C-EAADA4DC8118}">
      <dgm:prSet/>
      <dgm:spPr/>
      <dgm:t>
        <a:bodyPr/>
        <a:lstStyle/>
        <a:p>
          <a:endParaRPr lang="en-US"/>
        </a:p>
      </dgm:t>
    </dgm:pt>
    <dgm:pt modelId="{B0E10513-A687-4B55-A199-0373A86DB47E}" type="sibTrans" cxnId="{3D347F11-39F9-4C7E-A71C-EAADA4DC8118}">
      <dgm:prSet/>
      <dgm:spPr/>
      <dgm:t>
        <a:bodyPr/>
        <a:lstStyle/>
        <a:p>
          <a:endParaRPr lang="en-US"/>
        </a:p>
      </dgm:t>
    </dgm:pt>
    <dgm:pt modelId="{F6CACB80-BE41-45AC-9F81-76810C13A3BF}">
      <dgm:prSet/>
      <dgm:spPr/>
      <dgm:t>
        <a:bodyPr/>
        <a:lstStyle/>
        <a:p>
          <a:r>
            <a:rPr lang="en-US"/>
            <a:t>Organizational &amp; Governance Failures</a:t>
          </a:r>
        </a:p>
      </dgm:t>
    </dgm:pt>
    <dgm:pt modelId="{F8058856-7C43-42C8-8304-75E5EE17C79A}" type="parTrans" cxnId="{00A5121A-9969-45A4-8D9B-98BF3DE78CAF}">
      <dgm:prSet/>
      <dgm:spPr/>
      <dgm:t>
        <a:bodyPr/>
        <a:lstStyle/>
        <a:p>
          <a:endParaRPr lang="en-US"/>
        </a:p>
      </dgm:t>
    </dgm:pt>
    <dgm:pt modelId="{8EB6EB03-FBE1-4972-B09F-97867CDD8712}" type="sibTrans" cxnId="{00A5121A-9969-45A4-8D9B-98BF3DE78CAF}">
      <dgm:prSet/>
      <dgm:spPr/>
      <dgm:t>
        <a:bodyPr/>
        <a:lstStyle/>
        <a:p>
          <a:endParaRPr lang="en-US"/>
        </a:p>
      </dgm:t>
    </dgm:pt>
    <dgm:pt modelId="{4A127D89-E97A-4DC4-B19D-69F866F90DC0}">
      <dgm:prSet/>
      <dgm:spPr/>
      <dgm:t>
        <a:bodyPr/>
        <a:lstStyle/>
        <a:p>
          <a:r>
            <a:rPr lang="en-US"/>
            <a:t>Incident Response Evaluation</a:t>
          </a:r>
        </a:p>
      </dgm:t>
    </dgm:pt>
    <dgm:pt modelId="{5DC1D16C-4D5C-44C7-9525-4E43A7586542}" type="parTrans" cxnId="{5251E37B-9D05-4988-A842-7EC6353A0A9B}">
      <dgm:prSet/>
      <dgm:spPr/>
      <dgm:t>
        <a:bodyPr/>
        <a:lstStyle/>
        <a:p>
          <a:endParaRPr lang="en-US"/>
        </a:p>
      </dgm:t>
    </dgm:pt>
    <dgm:pt modelId="{6F27E831-FBB5-4728-84EC-8AD83AB6BAAD}" type="sibTrans" cxnId="{5251E37B-9D05-4988-A842-7EC6353A0A9B}">
      <dgm:prSet/>
      <dgm:spPr/>
      <dgm:t>
        <a:bodyPr/>
        <a:lstStyle/>
        <a:p>
          <a:endParaRPr lang="en-US"/>
        </a:p>
      </dgm:t>
    </dgm:pt>
    <dgm:pt modelId="{6F11B05D-A717-448E-88C4-DA47FAE85D8E}">
      <dgm:prSet/>
      <dgm:spPr/>
      <dgm:t>
        <a:bodyPr/>
        <a:lstStyle/>
        <a:p>
          <a:r>
            <a:rPr lang="en-US"/>
            <a:t>Legal, Ethical &amp; Business Implications</a:t>
          </a:r>
        </a:p>
      </dgm:t>
    </dgm:pt>
    <dgm:pt modelId="{634663AC-EB9D-4BA2-9417-6DA087AD2BD5}" type="parTrans" cxnId="{EF7B2439-BE24-4A73-B92F-949F418728E0}">
      <dgm:prSet/>
      <dgm:spPr/>
      <dgm:t>
        <a:bodyPr/>
        <a:lstStyle/>
        <a:p>
          <a:endParaRPr lang="en-US"/>
        </a:p>
      </dgm:t>
    </dgm:pt>
    <dgm:pt modelId="{EE85296B-BD1A-4A27-9184-25CB478B4970}" type="sibTrans" cxnId="{EF7B2439-BE24-4A73-B92F-949F418728E0}">
      <dgm:prSet/>
      <dgm:spPr/>
      <dgm:t>
        <a:bodyPr/>
        <a:lstStyle/>
        <a:p>
          <a:endParaRPr lang="en-US"/>
        </a:p>
      </dgm:t>
    </dgm:pt>
    <dgm:pt modelId="{3B0A91CF-7771-49BA-82B1-16C299CBA08E}">
      <dgm:prSet/>
      <dgm:spPr/>
      <dgm:t>
        <a:bodyPr/>
        <a:lstStyle/>
        <a:p>
          <a:r>
            <a:rPr lang="en-US"/>
            <a:t>Recommendations &amp; Lessons Learned</a:t>
          </a:r>
        </a:p>
      </dgm:t>
    </dgm:pt>
    <dgm:pt modelId="{AEBDB703-38D7-466E-8A3F-2B1A1539D777}" type="parTrans" cxnId="{896A8FA7-BB74-4E76-82E4-ACE804401AEC}">
      <dgm:prSet/>
      <dgm:spPr/>
      <dgm:t>
        <a:bodyPr/>
        <a:lstStyle/>
        <a:p>
          <a:endParaRPr lang="en-US"/>
        </a:p>
      </dgm:t>
    </dgm:pt>
    <dgm:pt modelId="{E36D44D2-CD37-42D7-A0AC-F2C357C64E99}" type="sibTrans" cxnId="{896A8FA7-BB74-4E76-82E4-ACE804401AEC}">
      <dgm:prSet/>
      <dgm:spPr/>
      <dgm:t>
        <a:bodyPr/>
        <a:lstStyle/>
        <a:p>
          <a:endParaRPr lang="en-US"/>
        </a:p>
      </dgm:t>
    </dgm:pt>
    <dgm:pt modelId="{BABC2356-4E61-406F-9B4C-3559505BC13C}">
      <dgm:prSet/>
      <dgm:spPr/>
      <dgm:t>
        <a:bodyPr/>
        <a:lstStyle/>
        <a:p>
          <a:r>
            <a:rPr lang="en-US"/>
            <a:t>Connection to Class Concepts</a:t>
          </a:r>
        </a:p>
      </dgm:t>
    </dgm:pt>
    <dgm:pt modelId="{CEB58CD5-7A3D-4268-80B4-1C69883AE05D}" type="parTrans" cxnId="{F4977583-D1F1-4FAB-A1DA-554C2B4C78CF}">
      <dgm:prSet/>
      <dgm:spPr/>
      <dgm:t>
        <a:bodyPr/>
        <a:lstStyle/>
        <a:p>
          <a:endParaRPr lang="en-US"/>
        </a:p>
      </dgm:t>
    </dgm:pt>
    <dgm:pt modelId="{1523EAD4-1102-4CC1-A914-AE21B1EFEF5A}" type="sibTrans" cxnId="{F4977583-D1F1-4FAB-A1DA-554C2B4C78CF}">
      <dgm:prSet/>
      <dgm:spPr/>
      <dgm:t>
        <a:bodyPr/>
        <a:lstStyle/>
        <a:p>
          <a:endParaRPr lang="en-US"/>
        </a:p>
      </dgm:t>
    </dgm:pt>
    <dgm:pt modelId="{6F58FEFE-861F-48EF-B240-CDFD57F6C42E}">
      <dgm:prSet/>
      <dgm:spPr/>
      <dgm:t>
        <a:bodyPr/>
        <a:lstStyle/>
        <a:p>
          <a:r>
            <a:rPr lang="en-US"/>
            <a:t>Discussion Questions</a:t>
          </a:r>
        </a:p>
      </dgm:t>
    </dgm:pt>
    <dgm:pt modelId="{B2E9DFD4-3DA6-45BF-91A8-B6A8602EEB7E}" type="parTrans" cxnId="{C6BD16EA-2FDB-4D41-B3C1-022E873250A3}">
      <dgm:prSet/>
      <dgm:spPr/>
      <dgm:t>
        <a:bodyPr/>
        <a:lstStyle/>
        <a:p>
          <a:endParaRPr lang="en-US"/>
        </a:p>
      </dgm:t>
    </dgm:pt>
    <dgm:pt modelId="{0D47ED52-38D8-4827-8CE2-EA5F51846EA5}" type="sibTrans" cxnId="{C6BD16EA-2FDB-4D41-B3C1-022E873250A3}">
      <dgm:prSet/>
      <dgm:spPr/>
      <dgm:t>
        <a:bodyPr/>
        <a:lstStyle/>
        <a:p>
          <a:endParaRPr lang="en-US"/>
        </a:p>
      </dgm:t>
    </dgm:pt>
    <dgm:pt modelId="{CC633367-D7F5-0247-9002-8F49ABC07429}" type="pres">
      <dgm:prSet presAssocID="{621B9EED-521E-4B1B-A2C6-5135875A5F0D}" presName="vert0" presStyleCnt="0">
        <dgm:presLayoutVars>
          <dgm:dir/>
          <dgm:animOne val="branch"/>
          <dgm:animLvl val="lvl"/>
        </dgm:presLayoutVars>
      </dgm:prSet>
      <dgm:spPr/>
    </dgm:pt>
    <dgm:pt modelId="{E3466636-51B9-4A46-9A5E-6289DB4C6730}" type="pres">
      <dgm:prSet presAssocID="{E68C3127-A98E-4B5E-A8F9-72FFD9D2FBC4}" presName="thickLine" presStyleLbl="alignNode1" presStyleIdx="0" presStyleCnt="9"/>
      <dgm:spPr/>
    </dgm:pt>
    <dgm:pt modelId="{0806D6A7-8920-9840-9720-331076C1BDC8}" type="pres">
      <dgm:prSet presAssocID="{E68C3127-A98E-4B5E-A8F9-72FFD9D2FBC4}" presName="horz1" presStyleCnt="0"/>
      <dgm:spPr/>
    </dgm:pt>
    <dgm:pt modelId="{4012CFDC-34C7-6E4F-9081-7A8FA03E759A}" type="pres">
      <dgm:prSet presAssocID="{E68C3127-A98E-4B5E-A8F9-72FFD9D2FBC4}" presName="tx1" presStyleLbl="revTx" presStyleIdx="0" presStyleCnt="9"/>
      <dgm:spPr/>
    </dgm:pt>
    <dgm:pt modelId="{021A7ADF-C3A3-8645-BA57-77253DCA4498}" type="pres">
      <dgm:prSet presAssocID="{E68C3127-A98E-4B5E-A8F9-72FFD9D2FBC4}" presName="vert1" presStyleCnt="0"/>
      <dgm:spPr/>
    </dgm:pt>
    <dgm:pt modelId="{7A1308DC-349C-1C46-91F6-DA3A307255D9}" type="pres">
      <dgm:prSet presAssocID="{C06000B9-76D3-48CC-9F5B-FFE0A71A4B2F}" presName="thickLine" presStyleLbl="alignNode1" presStyleIdx="1" presStyleCnt="9"/>
      <dgm:spPr/>
    </dgm:pt>
    <dgm:pt modelId="{54454ACC-C425-2644-A05B-4DB4F3EFCB1A}" type="pres">
      <dgm:prSet presAssocID="{C06000B9-76D3-48CC-9F5B-FFE0A71A4B2F}" presName="horz1" presStyleCnt="0"/>
      <dgm:spPr/>
    </dgm:pt>
    <dgm:pt modelId="{5C845112-1775-AF4B-B25C-F9D841F3447C}" type="pres">
      <dgm:prSet presAssocID="{C06000B9-76D3-48CC-9F5B-FFE0A71A4B2F}" presName="tx1" presStyleLbl="revTx" presStyleIdx="1" presStyleCnt="9"/>
      <dgm:spPr/>
    </dgm:pt>
    <dgm:pt modelId="{B14261E7-25DD-1040-896F-A208FBEA4E16}" type="pres">
      <dgm:prSet presAssocID="{C06000B9-76D3-48CC-9F5B-FFE0A71A4B2F}" presName="vert1" presStyleCnt="0"/>
      <dgm:spPr/>
    </dgm:pt>
    <dgm:pt modelId="{3AD5E686-4052-8340-83DB-500E9DF2BD59}" type="pres">
      <dgm:prSet presAssocID="{249E02BE-85AA-41AA-92EA-7972D4E151A4}" presName="thickLine" presStyleLbl="alignNode1" presStyleIdx="2" presStyleCnt="9"/>
      <dgm:spPr/>
    </dgm:pt>
    <dgm:pt modelId="{209A8FF0-2B96-5248-B407-A78434CB5F22}" type="pres">
      <dgm:prSet presAssocID="{249E02BE-85AA-41AA-92EA-7972D4E151A4}" presName="horz1" presStyleCnt="0"/>
      <dgm:spPr/>
    </dgm:pt>
    <dgm:pt modelId="{8854E9A4-F8FB-674C-B431-633B76C29896}" type="pres">
      <dgm:prSet presAssocID="{249E02BE-85AA-41AA-92EA-7972D4E151A4}" presName="tx1" presStyleLbl="revTx" presStyleIdx="2" presStyleCnt="9"/>
      <dgm:spPr/>
    </dgm:pt>
    <dgm:pt modelId="{0094B402-CD71-7C41-8EAB-2E40EAC5179B}" type="pres">
      <dgm:prSet presAssocID="{249E02BE-85AA-41AA-92EA-7972D4E151A4}" presName="vert1" presStyleCnt="0"/>
      <dgm:spPr/>
    </dgm:pt>
    <dgm:pt modelId="{4CD6214A-CF1F-7C45-8250-2C93EBF8B808}" type="pres">
      <dgm:prSet presAssocID="{F6CACB80-BE41-45AC-9F81-76810C13A3BF}" presName="thickLine" presStyleLbl="alignNode1" presStyleIdx="3" presStyleCnt="9"/>
      <dgm:spPr/>
    </dgm:pt>
    <dgm:pt modelId="{87769771-9EA1-1F4C-84D7-940B3662A2B0}" type="pres">
      <dgm:prSet presAssocID="{F6CACB80-BE41-45AC-9F81-76810C13A3BF}" presName="horz1" presStyleCnt="0"/>
      <dgm:spPr/>
    </dgm:pt>
    <dgm:pt modelId="{B8F908F7-394C-6342-9516-3C1D1D317DA2}" type="pres">
      <dgm:prSet presAssocID="{F6CACB80-BE41-45AC-9F81-76810C13A3BF}" presName="tx1" presStyleLbl="revTx" presStyleIdx="3" presStyleCnt="9"/>
      <dgm:spPr/>
    </dgm:pt>
    <dgm:pt modelId="{58EDC760-939F-B54D-9EE3-B9323916A14F}" type="pres">
      <dgm:prSet presAssocID="{F6CACB80-BE41-45AC-9F81-76810C13A3BF}" presName="vert1" presStyleCnt="0"/>
      <dgm:spPr/>
    </dgm:pt>
    <dgm:pt modelId="{09A09CFE-16EB-0C42-A5C6-B4F92E1F3EA4}" type="pres">
      <dgm:prSet presAssocID="{4A127D89-E97A-4DC4-B19D-69F866F90DC0}" presName="thickLine" presStyleLbl="alignNode1" presStyleIdx="4" presStyleCnt="9"/>
      <dgm:spPr/>
    </dgm:pt>
    <dgm:pt modelId="{EC2B6091-E8AF-F44D-A4BE-DFD162073230}" type="pres">
      <dgm:prSet presAssocID="{4A127D89-E97A-4DC4-B19D-69F866F90DC0}" presName="horz1" presStyleCnt="0"/>
      <dgm:spPr/>
    </dgm:pt>
    <dgm:pt modelId="{AE6F8A7A-9C04-0B43-90E8-B3672025D1E8}" type="pres">
      <dgm:prSet presAssocID="{4A127D89-E97A-4DC4-B19D-69F866F90DC0}" presName="tx1" presStyleLbl="revTx" presStyleIdx="4" presStyleCnt="9"/>
      <dgm:spPr/>
    </dgm:pt>
    <dgm:pt modelId="{5B68874A-9513-AB42-B58B-8D62C052948E}" type="pres">
      <dgm:prSet presAssocID="{4A127D89-E97A-4DC4-B19D-69F866F90DC0}" presName="vert1" presStyleCnt="0"/>
      <dgm:spPr/>
    </dgm:pt>
    <dgm:pt modelId="{CB5A7025-99E6-6344-B46A-3422F71E77BB}" type="pres">
      <dgm:prSet presAssocID="{6F11B05D-A717-448E-88C4-DA47FAE85D8E}" presName="thickLine" presStyleLbl="alignNode1" presStyleIdx="5" presStyleCnt="9"/>
      <dgm:spPr/>
    </dgm:pt>
    <dgm:pt modelId="{D13CB38A-140E-924D-9206-EF9B7E90F9CE}" type="pres">
      <dgm:prSet presAssocID="{6F11B05D-A717-448E-88C4-DA47FAE85D8E}" presName="horz1" presStyleCnt="0"/>
      <dgm:spPr/>
    </dgm:pt>
    <dgm:pt modelId="{9555789C-B5D8-784F-BC5C-83B30622A83C}" type="pres">
      <dgm:prSet presAssocID="{6F11B05D-A717-448E-88C4-DA47FAE85D8E}" presName="tx1" presStyleLbl="revTx" presStyleIdx="5" presStyleCnt="9"/>
      <dgm:spPr/>
    </dgm:pt>
    <dgm:pt modelId="{59D58794-F609-E943-827B-8C62546B3D97}" type="pres">
      <dgm:prSet presAssocID="{6F11B05D-A717-448E-88C4-DA47FAE85D8E}" presName="vert1" presStyleCnt="0"/>
      <dgm:spPr/>
    </dgm:pt>
    <dgm:pt modelId="{6B3321DA-B1F0-7244-AAF9-27379B67A9DF}" type="pres">
      <dgm:prSet presAssocID="{3B0A91CF-7771-49BA-82B1-16C299CBA08E}" presName="thickLine" presStyleLbl="alignNode1" presStyleIdx="6" presStyleCnt="9"/>
      <dgm:spPr/>
    </dgm:pt>
    <dgm:pt modelId="{A68B4CBD-C483-E446-8F97-E6E43F5CDA69}" type="pres">
      <dgm:prSet presAssocID="{3B0A91CF-7771-49BA-82B1-16C299CBA08E}" presName="horz1" presStyleCnt="0"/>
      <dgm:spPr/>
    </dgm:pt>
    <dgm:pt modelId="{87BE1D73-0BFC-1C4C-A002-78ECD1F3618A}" type="pres">
      <dgm:prSet presAssocID="{3B0A91CF-7771-49BA-82B1-16C299CBA08E}" presName="tx1" presStyleLbl="revTx" presStyleIdx="6" presStyleCnt="9"/>
      <dgm:spPr/>
    </dgm:pt>
    <dgm:pt modelId="{344AC475-B6CB-EB4B-A0B5-9A44AC78A349}" type="pres">
      <dgm:prSet presAssocID="{3B0A91CF-7771-49BA-82B1-16C299CBA08E}" presName="vert1" presStyleCnt="0"/>
      <dgm:spPr/>
    </dgm:pt>
    <dgm:pt modelId="{9888A63B-0A7B-EE45-A08E-7E1504A3A0B2}" type="pres">
      <dgm:prSet presAssocID="{BABC2356-4E61-406F-9B4C-3559505BC13C}" presName="thickLine" presStyleLbl="alignNode1" presStyleIdx="7" presStyleCnt="9"/>
      <dgm:spPr/>
    </dgm:pt>
    <dgm:pt modelId="{54053B48-A806-3E40-8C82-FD6CD0C9A931}" type="pres">
      <dgm:prSet presAssocID="{BABC2356-4E61-406F-9B4C-3559505BC13C}" presName="horz1" presStyleCnt="0"/>
      <dgm:spPr/>
    </dgm:pt>
    <dgm:pt modelId="{3FCBEE96-C358-0A47-924B-DCFAFA6D9FCB}" type="pres">
      <dgm:prSet presAssocID="{BABC2356-4E61-406F-9B4C-3559505BC13C}" presName="tx1" presStyleLbl="revTx" presStyleIdx="7" presStyleCnt="9"/>
      <dgm:spPr/>
    </dgm:pt>
    <dgm:pt modelId="{EAE3A8AE-3ABC-0D4A-8597-293EED9D2812}" type="pres">
      <dgm:prSet presAssocID="{BABC2356-4E61-406F-9B4C-3559505BC13C}" presName="vert1" presStyleCnt="0"/>
      <dgm:spPr/>
    </dgm:pt>
    <dgm:pt modelId="{9A8BF678-1110-A74E-BC67-5FC195B54A37}" type="pres">
      <dgm:prSet presAssocID="{6F58FEFE-861F-48EF-B240-CDFD57F6C42E}" presName="thickLine" presStyleLbl="alignNode1" presStyleIdx="8" presStyleCnt="9"/>
      <dgm:spPr/>
    </dgm:pt>
    <dgm:pt modelId="{92CD5EB7-E324-204E-9A60-4B81E4CBE253}" type="pres">
      <dgm:prSet presAssocID="{6F58FEFE-861F-48EF-B240-CDFD57F6C42E}" presName="horz1" presStyleCnt="0"/>
      <dgm:spPr/>
    </dgm:pt>
    <dgm:pt modelId="{5112557A-5A5E-9C4C-823D-CC24EB26241D}" type="pres">
      <dgm:prSet presAssocID="{6F58FEFE-861F-48EF-B240-CDFD57F6C42E}" presName="tx1" presStyleLbl="revTx" presStyleIdx="8" presStyleCnt="9"/>
      <dgm:spPr/>
    </dgm:pt>
    <dgm:pt modelId="{E43F4B66-EAC0-7F4E-BA80-EA45697F3916}" type="pres">
      <dgm:prSet presAssocID="{6F58FEFE-861F-48EF-B240-CDFD57F6C42E}" presName="vert1" presStyleCnt="0"/>
      <dgm:spPr/>
    </dgm:pt>
  </dgm:ptLst>
  <dgm:cxnLst>
    <dgm:cxn modelId="{AC3ECA0E-F274-804A-91CA-237BB40F916A}" type="presOf" srcId="{C06000B9-76D3-48CC-9F5B-FFE0A71A4B2F}" destId="{5C845112-1775-AF4B-B25C-F9D841F3447C}" srcOrd="0" destOrd="0" presId="urn:microsoft.com/office/officeart/2008/layout/LinedList"/>
    <dgm:cxn modelId="{3D347F11-39F9-4C7E-A71C-EAADA4DC8118}" srcId="{621B9EED-521E-4B1B-A2C6-5135875A5F0D}" destId="{249E02BE-85AA-41AA-92EA-7972D4E151A4}" srcOrd="2" destOrd="0" parTransId="{7697B168-307F-4A88-8D6D-B3B32CE7D213}" sibTransId="{B0E10513-A687-4B55-A199-0373A86DB47E}"/>
    <dgm:cxn modelId="{4ED16913-A970-C84E-A5D2-41D2C1C1C190}" type="presOf" srcId="{249E02BE-85AA-41AA-92EA-7972D4E151A4}" destId="{8854E9A4-F8FB-674C-B431-633B76C29896}" srcOrd="0" destOrd="0" presId="urn:microsoft.com/office/officeart/2008/layout/LinedList"/>
    <dgm:cxn modelId="{00A5121A-9969-45A4-8D9B-98BF3DE78CAF}" srcId="{621B9EED-521E-4B1B-A2C6-5135875A5F0D}" destId="{F6CACB80-BE41-45AC-9F81-76810C13A3BF}" srcOrd="3" destOrd="0" parTransId="{F8058856-7C43-42C8-8304-75E5EE17C79A}" sibTransId="{8EB6EB03-FBE1-4972-B09F-97867CDD8712}"/>
    <dgm:cxn modelId="{14FEB535-9158-AD40-AAFC-5699B909D0C9}" type="presOf" srcId="{3B0A91CF-7771-49BA-82B1-16C299CBA08E}" destId="{87BE1D73-0BFC-1C4C-A002-78ECD1F3618A}" srcOrd="0" destOrd="0" presId="urn:microsoft.com/office/officeart/2008/layout/LinedList"/>
    <dgm:cxn modelId="{EF7B2439-BE24-4A73-B92F-949F418728E0}" srcId="{621B9EED-521E-4B1B-A2C6-5135875A5F0D}" destId="{6F11B05D-A717-448E-88C4-DA47FAE85D8E}" srcOrd="5" destOrd="0" parTransId="{634663AC-EB9D-4BA2-9417-6DA087AD2BD5}" sibTransId="{EE85296B-BD1A-4A27-9184-25CB478B4970}"/>
    <dgm:cxn modelId="{E6D48049-42BA-CD43-897B-F40CCC998F69}" type="presOf" srcId="{621B9EED-521E-4B1B-A2C6-5135875A5F0D}" destId="{CC633367-D7F5-0247-9002-8F49ABC07429}" srcOrd="0" destOrd="0" presId="urn:microsoft.com/office/officeart/2008/layout/LinedList"/>
    <dgm:cxn modelId="{91E6F06C-0250-4B90-BFDA-5D54667138C0}" srcId="{621B9EED-521E-4B1B-A2C6-5135875A5F0D}" destId="{E68C3127-A98E-4B5E-A8F9-72FFD9D2FBC4}" srcOrd="0" destOrd="0" parTransId="{D5BE3ADF-5262-4DDC-B55B-84CAC8E95F6A}" sibTransId="{EC8407BA-3F00-4C76-A612-0D27FA77E211}"/>
    <dgm:cxn modelId="{5251E37B-9D05-4988-A842-7EC6353A0A9B}" srcId="{621B9EED-521E-4B1B-A2C6-5135875A5F0D}" destId="{4A127D89-E97A-4DC4-B19D-69F866F90DC0}" srcOrd="4" destOrd="0" parTransId="{5DC1D16C-4D5C-44C7-9525-4E43A7586542}" sibTransId="{6F27E831-FBB5-4728-84EC-8AD83AB6BAAD}"/>
    <dgm:cxn modelId="{F4977583-D1F1-4FAB-A1DA-554C2B4C78CF}" srcId="{621B9EED-521E-4B1B-A2C6-5135875A5F0D}" destId="{BABC2356-4E61-406F-9B4C-3559505BC13C}" srcOrd="7" destOrd="0" parTransId="{CEB58CD5-7A3D-4268-80B4-1C69883AE05D}" sibTransId="{1523EAD4-1102-4CC1-A914-AE21B1EFEF5A}"/>
    <dgm:cxn modelId="{3A7CC98E-FCFB-4B4A-AEC9-3B6ABE1A5D5D}" type="presOf" srcId="{6F11B05D-A717-448E-88C4-DA47FAE85D8E}" destId="{9555789C-B5D8-784F-BC5C-83B30622A83C}" srcOrd="0" destOrd="0" presId="urn:microsoft.com/office/officeart/2008/layout/LinedList"/>
    <dgm:cxn modelId="{1C37DE9C-3084-FE45-A4E8-D806CB58C731}" type="presOf" srcId="{4A127D89-E97A-4DC4-B19D-69F866F90DC0}" destId="{AE6F8A7A-9C04-0B43-90E8-B3672025D1E8}" srcOrd="0" destOrd="0" presId="urn:microsoft.com/office/officeart/2008/layout/LinedList"/>
    <dgm:cxn modelId="{896A8FA7-BB74-4E76-82E4-ACE804401AEC}" srcId="{621B9EED-521E-4B1B-A2C6-5135875A5F0D}" destId="{3B0A91CF-7771-49BA-82B1-16C299CBA08E}" srcOrd="6" destOrd="0" parTransId="{AEBDB703-38D7-466E-8A3F-2B1A1539D777}" sibTransId="{E36D44D2-CD37-42D7-A0AC-F2C357C64E99}"/>
    <dgm:cxn modelId="{ADEEDCB2-BE8E-44B1-9929-8FCE7172C3D9}" srcId="{621B9EED-521E-4B1B-A2C6-5135875A5F0D}" destId="{C06000B9-76D3-48CC-9F5B-FFE0A71A4B2F}" srcOrd="1" destOrd="0" parTransId="{E4B14131-24B0-4BF5-B32C-A513FF64D9AC}" sibTransId="{B8C1AEE7-9E60-4317-B73B-49451DBFC820}"/>
    <dgm:cxn modelId="{6AD735D6-C0F2-2B43-8DFD-69C8AAB144C7}" type="presOf" srcId="{BABC2356-4E61-406F-9B4C-3559505BC13C}" destId="{3FCBEE96-C358-0A47-924B-DCFAFA6D9FCB}" srcOrd="0" destOrd="0" presId="urn:microsoft.com/office/officeart/2008/layout/LinedList"/>
    <dgm:cxn modelId="{BC9026E4-E447-804F-A710-76D9B9F52CF9}" type="presOf" srcId="{F6CACB80-BE41-45AC-9F81-76810C13A3BF}" destId="{B8F908F7-394C-6342-9516-3C1D1D317DA2}" srcOrd="0" destOrd="0" presId="urn:microsoft.com/office/officeart/2008/layout/LinedList"/>
    <dgm:cxn modelId="{344E0CE8-BE4A-AA49-B299-DEE7B1BE149D}" type="presOf" srcId="{6F58FEFE-861F-48EF-B240-CDFD57F6C42E}" destId="{5112557A-5A5E-9C4C-823D-CC24EB26241D}" srcOrd="0" destOrd="0" presId="urn:microsoft.com/office/officeart/2008/layout/LinedList"/>
    <dgm:cxn modelId="{C6BD16EA-2FDB-4D41-B3C1-022E873250A3}" srcId="{621B9EED-521E-4B1B-A2C6-5135875A5F0D}" destId="{6F58FEFE-861F-48EF-B240-CDFD57F6C42E}" srcOrd="8" destOrd="0" parTransId="{B2E9DFD4-3DA6-45BF-91A8-B6A8602EEB7E}" sibTransId="{0D47ED52-38D8-4827-8CE2-EA5F51846EA5}"/>
    <dgm:cxn modelId="{73F9EEEC-8241-E244-9762-24B58D3E1312}" type="presOf" srcId="{E68C3127-A98E-4B5E-A8F9-72FFD9D2FBC4}" destId="{4012CFDC-34C7-6E4F-9081-7A8FA03E759A}" srcOrd="0" destOrd="0" presId="urn:microsoft.com/office/officeart/2008/layout/LinedList"/>
    <dgm:cxn modelId="{BCCBBEA1-2114-0D43-84B4-FC17E088D538}" type="presParOf" srcId="{CC633367-D7F5-0247-9002-8F49ABC07429}" destId="{E3466636-51B9-4A46-9A5E-6289DB4C6730}" srcOrd="0" destOrd="0" presId="urn:microsoft.com/office/officeart/2008/layout/LinedList"/>
    <dgm:cxn modelId="{297E15B1-E373-7546-8EF7-9AA3F3EFA74C}" type="presParOf" srcId="{CC633367-D7F5-0247-9002-8F49ABC07429}" destId="{0806D6A7-8920-9840-9720-331076C1BDC8}" srcOrd="1" destOrd="0" presId="urn:microsoft.com/office/officeart/2008/layout/LinedList"/>
    <dgm:cxn modelId="{D6A7FAEF-8357-6544-A83F-FCB1ED0C0ED3}" type="presParOf" srcId="{0806D6A7-8920-9840-9720-331076C1BDC8}" destId="{4012CFDC-34C7-6E4F-9081-7A8FA03E759A}" srcOrd="0" destOrd="0" presId="urn:microsoft.com/office/officeart/2008/layout/LinedList"/>
    <dgm:cxn modelId="{33B07B72-7685-5A47-A784-CDA9B6ADD792}" type="presParOf" srcId="{0806D6A7-8920-9840-9720-331076C1BDC8}" destId="{021A7ADF-C3A3-8645-BA57-77253DCA4498}" srcOrd="1" destOrd="0" presId="urn:microsoft.com/office/officeart/2008/layout/LinedList"/>
    <dgm:cxn modelId="{4B52F96F-B913-EA4F-BAAF-D574046DA4C4}" type="presParOf" srcId="{CC633367-D7F5-0247-9002-8F49ABC07429}" destId="{7A1308DC-349C-1C46-91F6-DA3A307255D9}" srcOrd="2" destOrd="0" presId="urn:microsoft.com/office/officeart/2008/layout/LinedList"/>
    <dgm:cxn modelId="{1F392AFB-EDE1-4742-A368-B393240DBA79}" type="presParOf" srcId="{CC633367-D7F5-0247-9002-8F49ABC07429}" destId="{54454ACC-C425-2644-A05B-4DB4F3EFCB1A}" srcOrd="3" destOrd="0" presId="urn:microsoft.com/office/officeart/2008/layout/LinedList"/>
    <dgm:cxn modelId="{16DC5ED8-E455-9B42-9148-089E816FB8F6}" type="presParOf" srcId="{54454ACC-C425-2644-A05B-4DB4F3EFCB1A}" destId="{5C845112-1775-AF4B-B25C-F9D841F3447C}" srcOrd="0" destOrd="0" presId="urn:microsoft.com/office/officeart/2008/layout/LinedList"/>
    <dgm:cxn modelId="{5A6167C1-7F77-D945-83BB-4975BF33717C}" type="presParOf" srcId="{54454ACC-C425-2644-A05B-4DB4F3EFCB1A}" destId="{B14261E7-25DD-1040-896F-A208FBEA4E16}" srcOrd="1" destOrd="0" presId="urn:microsoft.com/office/officeart/2008/layout/LinedList"/>
    <dgm:cxn modelId="{D78B7CB5-53CC-F145-9B89-6B4D8C112BF3}" type="presParOf" srcId="{CC633367-D7F5-0247-9002-8F49ABC07429}" destId="{3AD5E686-4052-8340-83DB-500E9DF2BD59}" srcOrd="4" destOrd="0" presId="urn:microsoft.com/office/officeart/2008/layout/LinedList"/>
    <dgm:cxn modelId="{9C79A228-E507-2D48-8E26-9EBEA77D4205}" type="presParOf" srcId="{CC633367-D7F5-0247-9002-8F49ABC07429}" destId="{209A8FF0-2B96-5248-B407-A78434CB5F22}" srcOrd="5" destOrd="0" presId="urn:microsoft.com/office/officeart/2008/layout/LinedList"/>
    <dgm:cxn modelId="{F235F8CF-5109-3147-BA7D-2A4FF08E4888}" type="presParOf" srcId="{209A8FF0-2B96-5248-B407-A78434CB5F22}" destId="{8854E9A4-F8FB-674C-B431-633B76C29896}" srcOrd="0" destOrd="0" presId="urn:microsoft.com/office/officeart/2008/layout/LinedList"/>
    <dgm:cxn modelId="{D50C5B92-259B-DE43-8743-70C205320CA8}" type="presParOf" srcId="{209A8FF0-2B96-5248-B407-A78434CB5F22}" destId="{0094B402-CD71-7C41-8EAB-2E40EAC5179B}" srcOrd="1" destOrd="0" presId="urn:microsoft.com/office/officeart/2008/layout/LinedList"/>
    <dgm:cxn modelId="{3AA7F178-D67E-F748-98CE-66C2E4E2EA91}" type="presParOf" srcId="{CC633367-D7F5-0247-9002-8F49ABC07429}" destId="{4CD6214A-CF1F-7C45-8250-2C93EBF8B808}" srcOrd="6" destOrd="0" presId="urn:microsoft.com/office/officeart/2008/layout/LinedList"/>
    <dgm:cxn modelId="{02F0C9A2-9684-4B41-BBCF-4285BF76DE6D}" type="presParOf" srcId="{CC633367-D7F5-0247-9002-8F49ABC07429}" destId="{87769771-9EA1-1F4C-84D7-940B3662A2B0}" srcOrd="7" destOrd="0" presId="urn:microsoft.com/office/officeart/2008/layout/LinedList"/>
    <dgm:cxn modelId="{DCC6C83E-74FB-0448-86E2-C172E7335D53}" type="presParOf" srcId="{87769771-9EA1-1F4C-84D7-940B3662A2B0}" destId="{B8F908F7-394C-6342-9516-3C1D1D317DA2}" srcOrd="0" destOrd="0" presId="urn:microsoft.com/office/officeart/2008/layout/LinedList"/>
    <dgm:cxn modelId="{C09653BF-7FED-BA4C-8845-C2EB8299A412}" type="presParOf" srcId="{87769771-9EA1-1F4C-84D7-940B3662A2B0}" destId="{58EDC760-939F-B54D-9EE3-B9323916A14F}" srcOrd="1" destOrd="0" presId="urn:microsoft.com/office/officeart/2008/layout/LinedList"/>
    <dgm:cxn modelId="{1669C3D6-FF22-CD4B-9E06-45BCFD5726BA}" type="presParOf" srcId="{CC633367-D7F5-0247-9002-8F49ABC07429}" destId="{09A09CFE-16EB-0C42-A5C6-B4F92E1F3EA4}" srcOrd="8" destOrd="0" presId="urn:microsoft.com/office/officeart/2008/layout/LinedList"/>
    <dgm:cxn modelId="{E229241E-28AB-5E4F-853E-AD34328A6817}" type="presParOf" srcId="{CC633367-D7F5-0247-9002-8F49ABC07429}" destId="{EC2B6091-E8AF-F44D-A4BE-DFD162073230}" srcOrd="9" destOrd="0" presId="urn:microsoft.com/office/officeart/2008/layout/LinedList"/>
    <dgm:cxn modelId="{6B9F7DEF-1965-844D-8067-F8C74D44BC20}" type="presParOf" srcId="{EC2B6091-E8AF-F44D-A4BE-DFD162073230}" destId="{AE6F8A7A-9C04-0B43-90E8-B3672025D1E8}" srcOrd="0" destOrd="0" presId="urn:microsoft.com/office/officeart/2008/layout/LinedList"/>
    <dgm:cxn modelId="{67D35246-895A-6141-B05D-B1C1670E6F67}" type="presParOf" srcId="{EC2B6091-E8AF-F44D-A4BE-DFD162073230}" destId="{5B68874A-9513-AB42-B58B-8D62C052948E}" srcOrd="1" destOrd="0" presId="urn:microsoft.com/office/officeart/2008/layout/LinedList"/>
    <dgm:cxn modelId="{8AAA9BF4-4498-7944-8072-87FEE3861D96}" type="presParOf" srcId="{CC633367-D7F5-0247-9002-8F49ABC07429}" destId="{CB5A7025-99E6-6344-B46A-3422F71E77BB}" srcOrd="10" destOrd="0" presId="urn:microsoft.com/office/officeart/2008/layout/LinedList"/>
    <dgm:cxn modelId="{097DB3A9-D7AF-1A48-99CD-8BF0F35D5F66}" type="presParOf" srcId="{CC633367-D7F5-0247-9002-8F49ABC07429}" destId="{D13CB38A-140E-924D-9206-EF9B7E90F9CE}" srcOrd="11" destOrd="0" presId="urn:microsoft.com/office/officeart/2008/layout/LinedList"/>
    <dgm:cxn modelId="{0F84A908-6173-A94A-991B-77284C1CBD53}" type="presParOf" srcId="{D13CB38A-140E-924D-9206-EF9B7E90F9CE}" destId="{9555789C-B5D8-784F-BC5C-83B30622A83C}" srcOrd="0" destOrd="0" presId="urn:microsoft.com/office/officeart/2008/layout/LinedList"/>
    <dgm:cxn modelId="{D6328DB6-7DAA-D047-9608-A4E8D3669A90}" type="presParOf" srcId="{D13CB38A-140E-924D-9206-EF9B7E90F9CE}" destId="{59D58794-F609-E943-827B-8C62546B3D97}" srcOrd="1" destOrd="0" presId="urn:microsoft.com/office/officeart/2008/layout/LinedList"/>
    <dgm:cxn modelId="{5FA0AB9C-BB16-9C4F-B9B6-C2B0ABD6F5CF}" type="presParOf" srcId="{CC633367-D7F5-0247-9002-8F49ABC07429}" destId="{6B3321DA-B1F0-7244-AAF9-27379B67A9DF}" srcOrd="12" destOrd="0" presId="urn:microsoft.com/office/officeart/2008/layout/LinedList"/>
    <dgm:cxn modelId="{F9A48442-13C1-994F-8F3E-D27A11A24892}" type="presParOf" srcId="{CC633367-D7F5-0247-9002-8F49ABC07429}" destId="{A68B4CBD-C483-E446-8F97-E6E43F5CDA69}" srcOrd="13" destOrd="0" presId="urn:microsoft.com/office/officeart/2008/layout/LinedList"/>
    <dgm:cxn modelId="{DC083A6B-BB68-2E45-B0CA-C3F839B744F9}" type="presParOf" srcId="{A68B4CBD-C483-E446-8F97-E6E43F5CDA69}" destId="{87BE1D73-0BFC-1C4C-A002-78ECD1F3618A}" srcOrd="0" destOrd="0" presId="urn:microsoft.com/office/officeart/2008/layout/LinedList"/>
    <dgm:cxn modelId="{4B1F40FC-95E5-CC4A-978D-21DFCAFB8EC0}" type="presParOf" srcId="{A68B4CBD-C483-E446-8F97-E6E43F5CDA69}" destId="{344AC475-B6CB-EB4B-A0B5-9A44AC78A349}" srcOrd="1" destOrd="0" presId="urn:microsoft.com/office/officeart/2008/layout/LinedList"/>
    <dgm:cxn modelId="{AC377899-9B1B-A04C-9B7C-6F8388237209}" type="presParOf" srcId="{CC633367-D7F5-0247-9002-8F49ABC07429}" destId="{9888A63B-0A7B-EE45-A08E-7E1504A3A0B2}" srcOrd="14" destOrd="0" presId="urn:microsoft.com/office/officeart/2008/layout/LinedList"/>
    <dgm:cxn modelId="{82D73DC4-67A4-D541-9FAD-343D4063FD7F}" type="presParOf" srcId="{CC633367-D7F5-0247-9002-8F49ABC07429}" destId="{54053B48-A806-3E40-8C82-FD6CD0C9A931}" srcOrd="15" destOrd="0" presId="urn:microsoft.com/office/officeart/2008/layout/LinedList"/>
    <dgm:cxn modelId="{D03A72A5-F9F0-F048-848A-93CC0B0880D2}" type="presParOf" srcId="{54053B48-A806-3E40-8C82-FD6CD0C9A931}" destId="{3FCBEE96-C358-0A47-924B-DCFAFA6D9FCB}" srcOrd="0" destOrd="0" presId="urn:microsoft.com/office/officeart/2008/layout/LinedList"/>
    <dgm:cxn modelId="{C12F2125-C902-4C41-8DB3-5B619036FAD6}" type="presParOf" srcId="{54053B48-A806-3E40-8C82-FD6CD0C9A931}" destId="{EAE3A8AE-3ABC-0D4A-8597-293EED9D2812}" srcOrd="1" destOrd="0" presId="urn:microsoft.com/office/officeart/2008/layout/LinedList"/>
    <dgm:cxn modelId="{A9E91C70-B5CC-534C-850E-DEC4C99FCE84}" type="presParOf" srcId="{CC633367-D7F5-0247-9002-8F49ABC07429}" destId="{9A8BF678-1110-A74E-BC67-5FC195B54A37}" srcOrd="16" destOrd="0" presId="urn:microsoft.com/office/officeart/2008/layout/LinedList"/>
    <dgm:cxn modelId="{7AE82E4E-D88A-A245-9309-D03BD947451F}" type="presParOf" srcId="{CC633367-D7F5-0247-9002-8F49ABC07429}" destId="{92CD5EB7-E324-204E-9A60-4B81E4CBE253}" srcOrd="17" destOrd="0" presId="urn:microsoft.com/office/officeart/2008/layout/LinedList"/>
    <dgm:cxn modelId="{B108443B-8B65-9843-9174-8234F229E475}" type="presParOf" srcId="{92CD5EB7-E324-204E-9A60-4B81E4CBE253}" destId="{5112557A-5A5E-9C4C-823D-CC24EB26241D}" srcOrd="0" destOrd="0" presId="urn:microsoft.com/office/officeart/2008/layout/LinedList"/>
    <dgm:cxn modelId="{EB2B8FE1-74FD-8144-9AC9-BD59A4626471}" type="presParOf" srcId="{92CD5EB7-E324-204E-9A60-4B81E4CBE253}" destId="{E43F4B66-EAC0-7F4E-BA80-EA45697F391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DDE709-DD27-4D41-BFB2-9A04C11836BD}"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C675BF7-B38B-4E3C-B4DA-3AF6ADC58AEA}">
      <dgm:prSet/>
      <dgm:spPr/>
      <dgm:t>
        <a:bodyPr/>
        <a:lstStyle/>
        <a:p>
          <a:r>
            <a:rPr lang="en-US" b="1"/>
            <a:t>Background of the Organizations</a:t>
          </a:r>
          <a:endParaRPr lang="en-US"/>
        </a:p>
      </dgm:t>
    </dgm:pt>
    <dgm:pt modelId="{BFD8BBD7-6D98-4CF5-946B-D728E3AE53BA}" type="parTrans" cxnId="{85D18C99-8B9C-4352-AAFA-2808B59BDC42}">
      <dgm:prSet/>
      <dgm:spPr/>
      <dgm:t>
        <a:bodyPr/>
        <a:lstStyle/>
        <a:p>
          <a:endParaRPr lang="en-US"/>
        </a:p>
      </dgm:t>
    </dgm:pt>
    <dgm:pt modelId="{AFD28282-2F0C-4133-B5B5-62400225DFEC}" type="sibTrans" cxnId="{85D18C99-8B9C-4352-AAFA-2808B59BDC42}">
      <dgm:prSet/>
      <dgm:spPr/>
      <dgm:t>
        <a:bodyPr/>
        <a:lstStyle/>
        <a:p>
          <a:endParaRPr lang="en-US"/>
        </a:p>
      </dgm:t>
    </dgm:pt>
    <dgm:pt modelId="{9D079FB9-83F3-46A6-B6BD-5CD1FC27B107}">
      <dgm:prSet/>
      <dgm:spPr/>
      <dgm:t>
        <a:bodyPr/>
        <a:lstStyle/>
        <a:p>
          <a:r>
            <a:rPr lang="en-US" b="1"/>
            <a:t>Waymo:</a:t>
          </a:r>
          <a:r>
            <a:rPr lang="en-US"/>
            <a:t> A subsidiary of Alphabet Inc. (Google’s parent company) focused on autonomous vehicle (AV) development. Waymo invested over $1.1 billion and years of intensive R&amp;D into mastering autonomous technology. </a:t>
          </a:r>
        </a:p>
      </dgm:t>
    </dgm:pt>
    <dgm:pt modelId="{28A66536-980E-415F-A133-AD389A08F0F9}" type="parTrans" cxnId="{862F7416-0487-4CED-8B8F-F3CDB537797F}">
      <dgm:prSet/>
      <dgm:spPr/>
      <dgm:t>
        <a:bodyPr/>
        <a:lstStyle/>
        <a:p>
          <a:endParaRPr lang="en-US"/>
        </a:p>
      </dgm:t>
    </dgm:pt>
    <dgm:pt modelId="{7BE68D0C-C7C1-4BD6-B04E-FC23EA3758DC}" type="sibTrans" cxnId="{862F7416-0487-4CED-8B8F-F3CDB537797F}">
      <dgm:prSet/>
      <dgm:spPr/>
      <dgm:t>
        <a:bodyPr/>
        <a:lstStyle/>
        <a:p>
          <a:endParaRPr lang="en-US"/>
        </a:p>
      </dgm:t>
    </dgm:pt>
    <dgm:pt modelId="{99398BDF-159D-4148-B21F-9143F7479000}">
      <dgm:prSet/>
      <dgm:spPr/>
      <dgm:t>
        <a:bodyPr/>
        <a:lstStyle/>
        <a:p>
          <a:r>
            <a:rPr lang="en-US" b="1" dirty="0"/>
            <a:t>Uber Technologies:</a:t>
          </a:r>
          <a:r>
            <a:rPr lang="en-US" dirty="0"/>
            <a:t> A global ride-hailing giant that viewed autonomous driving as vital to its long-term corporate survival, attempting to build a competing program rapidly. </a:t>
          </a:r>
        </a:p>
      </dgm:t>
    </dgm:pt>
    <dgm:pt modelId="{92CE5910-D5F3-4F74-9A90-0BA4D1FB3892}" type="parTrans" cxnId="{57D63DAA-FC26-4781-8236-442E9BF8ACB8}">
      <dgm:prSet/>
      <dgm:spPr/>
      <dgm:t>
        <a:bodyPr/>
        <a:lstStyle/>
        <a:p>
          <a:endParaRPr lang="en-US"/>
        </a:p>
      </dgm:t>
    </dgm:pt>
    <dgm:pt modelId="{563267CC-6248-46FB-9F1D-6D8BBC02E096}" type="sibTrans" cxnId="{57D63DAA-FC26-4781-8236-442E9BF8ACB8}">
      <dgm:prSet/>
      <dgm:spPr/>
      <dgm:t>
        <a:bodyPr/>
        <a:lstStyle/>
        <a:p>
          <a:endParaRPr lang="en-US"/>
        </a:p>
      </dgm:t>
    </dgm:pt>
    <dgm:pt modelId="{46928AE6-1228-4A8B-9CBD-8B5B27843EC5}" type="pres">
      <dgm:prSet presAssocID="{1BDDE709-DD27-4D41-BFB2-9A04C11836BD}" presName="root" presStyleCnt="0">
        <dgm:presLayoutVars>
          <dgm:dir/>
          <dgm:resizeHandles val="exact"/>
        </dgm:presLayoutVars>
      </dgm:prSet>
      <dgm:spPr/>
    </dgm:pt>
    <dgm:pt modelId="{BA860918-EABA-4C56-8DBC-5CB3225997D4}" type="pres">
      <dgm:prSet presAssocID="{AC675BF7-B38B-4E3C-B4DA-3AF6ADC58AEA}" presName="compNode" presStyleCnt="0"/>
      <dgm:spPr/>
    </dgm:pt>
    <dgm:pt modelId="{4FCB9277-8341-495E-A8C4-5C2D92FE629D}" type="pres">
      <dgm:prSet presAssocID="{AC675BF7-B38B-4E3C-B4DA-3AF6ADC58AEA}" presName="bgRect" presStyleLbl="bgShp" presStyleIdx="0" presStyleCnt="3"/>
      <dgm:spPr/>
    </dgm:pt>
    <dgm:pt modelId="{37AB4F98-D91C-48DD-AEE1-F3CBDC1DD5CE}" type="pres">
      <dgm:prSet presAssocID="{AC675BF7-B38B-4E3C-B4DA-3AF6ADC58AE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eeting"/>
        </a:ext>
      </dgm:extLst>
    </dgm:pt>
    <dgm:pt modelId="{1D8B42C3-620D-4C01-BC1D-A0D32E80AD46}" type="pres">
      <dgm:prSet presAssocID="{AC675BF7-B38B-4E3C-B4DA-3AF6ADC58AEA}" presName="spaceRect" presStyleCnt="0"/>
      <dgm:spPr/>
    </dgm:pt>
    <dgm:pt modelId="{AF610F5C-B5FF-4162-BDFE-F6FA23E325FA}" type="pres">
      <dgm:prSet presAssocID="{AC675BF7-B38B-4E3C-B4DA-3AF6ADC58AEA}" presName="parTx" presStyleLbl="revTx" presStyleIdx="0" presStyleCnt="3">
        <dgm:presLayoutVars>
          <dgm:chMax val="0"/>
          <dgm:chPref val="0"/>
        </dgm:presLayoutVars>
      </dgm:prSet>
      <dgm:spPr/>
    </dgm:pt>
    <dgm:pt modelId="{D9BBA212-AB68-4C1D-BA58-F68C6FB81ADA}" type="pres">
      <dgm:prSet presAssocID="{AFD28282-2F0C-4133-B5B5-62400225DFEC}" presName="sibTrans" presStyleCnt="0"/>
      <dgm:spPr/>
    </dgm:pt>
    <dgm:pt modelId="{5418E171-B37D-47B9-ACB7-0FFD96EF64FC}" type="pres">
      <dgm:prSet presAssocID="{9D079FB9-83F3-46A6-B6BD-5CD1FC27B107}" presName="compNode" presStyleCnt="0"/>
      <dgm:spPr/>
    </dgm:pt>
    <dgm:pt modelId="{3693C49E-C1AA-4C20-9C24-D155DD78BF65}" type="pres">
      <dgm:prSet presAssocID="{9D079FB9-83F3-46A6-B6BD-5CD1FC27B107}" presName="bgRect" presStyleLbl="bgShp" presStyleIdx="1" presStyleCnt="3"/>
      <dgm:spPr/>
    </dgm:pt>
    <dgm:pt modelId="{A6FCDCDA-3262-413B-A5B4-7B49CD12DC94}" type="pres">
      <dgm:prSet presAssocID="{9D079FB9-83F3-46A6-B6BD-5CD1FC27B107}" presName="iconRect" presStyleLbl="node1" presStyleIdx="1" presStyleCnt="3"/>
      <dgm:spPr>
        <a:ln>
          <a:noFill/>
        </a:ln>
      </dgm:spPr>
    </dgm:pt>
    <dgm:pt modelId="{17A8AE93-74A3-4D74-A79B-9445A2264653}" type="pres">
      <dgm:prSet presAssocID="{9D079FB9-83F3-46A6-B6BD-5CD1FC27B107}" presName="spaceRect" presStyleCnt="0"/>
      <dgm:spPr/>
    </dgm:pt>
    <dgm:pt modelId="{368E3120-ABDE-4B7C-8151-095448A19323}" type="pres">
      <dgm:prSet presAssocID="{9D079FB9-83F3-46A6-B6BD-5CD1FC27B107}" presName="parTx" presStyleLbl="revTx" presStyleIdx="1" presStyleCnt="3">
        <dgm:presLayoutVars>
          <dgm:chMax val="0"/>
          <dgm:chPref val="0"/>
        </dgm:presLayoutVars>
      </dgm:prSet>
      <dgm:spPr/>
    </dgm:pt>
    <dgm:pt modelId="{B7412AD4-F7AC-4117-9451-95912298B08C}" type="pres">
      <dgm:prSet presAssocID="{7BE68D0C-C7C1-4BD6-B04E-FC23EA3758DC}" presName="sibTrans" presStyleCnt="0"/>
      <dgm:spPr/>
    </dgm:pt>
    <dgm:pt modelId="{065423D5-30C6-4055-B37F-CFFFD238C11C}" type="pres">
      <dgm:prSet presAssocID="{99398BDF-159D-4148-B21F-9143F7479000}" presName="compNode" presStyleCnt="0"/>
      <dgm:spPr/>
    </dgm:pt>
    <dgm:pt modelId="{3DC45D6F-75EA-403A-A6D0-D96D2FA2FF95}" type="pres">
      <dgm:prSet presAssocID="{99398BDF-159D-4148-B21F-9143F7479000}" presName="bgRect" presStyleLbl="bgShp" presStyleIdx="2" presStyleCnt="3"/>
      <dgm:spPr/>
    </dgm:pt>
    <dgm:pt modelId="{6CEFB07E-3DA3-4E4E-96F2-6BDB07229DB2}" type="pres">
      <dgm:prSet presAssocID="{99398BDF-159D-4148-B21F-9143F7479000}" presName="iconRect" presStyleLbl="node1" presStyleIdx="2" presStyleCnt="3"/>
      <dgm:spPr>
        <a:ln>
          <a:noFill/>
        </a:ln>
      </dgm:spPr>
    </dgm:pt>
    <dgm:pt modelId="{2BC00382-7008-43C3-AA0B-C651E533FA26}" type="pres">
      <dgm:prSet presAssocID="{99398BDF-159D-4148-B21F-9143F7479000}" presName="spaceRect" presStyleCnt="0"/>
      <dgm:spPr/>
    </dgm:pt>
    <dgm:pt modelId="{C7A96803-19F1-4400-971B-E5EF973E63F7}" type="pres">
      <dgm:prSet presAssocID="{99398BDF-159D-4148-B21F-9143F7479000}" presName="parTx" presStyleLbl="revTx" presStyleIdx="2" presStyleCnt="3">
        <dgm:presLayoutVars>
          <dgm:chMax val="0"/>
          <dgm:chPref val="0"/>
        </dgm:presLayoutVars>
      </dgm:prSet>
      <dgm:spPr/>
    </dgm:pt>
  </dgm:ptLst>
  <dgm:cxnLst>
    <dgm:cxn modelId="{493AE500-8777-3744-9698-50D88B6A1578}" type="presOf" srcId="{9D079FB9-83F3-46A6-B6BD-5CD1FC27B107}" destId="{368E3120-ABDE-4B7C-8151-095448A19323}" srcOrd="0" destOrd="0" presId="urn:microsoft.com/office/officeart/2018/2/layout/IconVerticalSolidList"/>
    <dgm:cxn modelId="{F4F57A0A-0ADE-6842-89C4-685FA56A6D1E}" type="presOf" srcId="{AC675BF7-B38B-4E3C-B4DA-3AF6ADC58AEA}" destId="{AF610F5C-B5FF-4162-BDFE-F6FA23E325FA}" srcOrd="0" destOrd="0" presId="urn:microsoft.com/office/officeart/2018/2/layout/IconVerticalSolidList"/>
    <dgm:cxn modelId="{862F7416-0487-4CED-8B8F-F3CDB537797F}" srcId="{1BDDE709-DD27-4D41-BFB2-9A04C11836BD}" destId="{9D079FB9-83F3-46A6-B6BD-5CD1FC27B107}" srcOrd="1" destOrd="0" parTransId="{28A66536-980E-415F-A133-AD389A08F0F9}" sibTransId="{7BE68D0C-C7C1-4BD6-B04E-FC23EA3758DC}"/>
    <dgm:cxn modelId="{DA8F5E46-6E94-C640-8147-8791305DF3D8}" type="presOf" srcId="{1BDDE709-DD27-4D41-BFB2-9A04C11836BD}" destId="{46928AE6-1228-4A8B-9CBD-8B5B27843EC5}" srcOrd="0" destOrd="0" presId="urn:microsoft.com/office/officeart/2018/2/layout/IconVerticalSolidList"/>
    <dgm:cxn modelId="{85D18C99-8B9C-4352-AAFA-2808B59BDC42}" srcId="{1BDDE709-DD27-4D41-BFB2-9A04C11836BD}" destId="{AC675BF7-B38B-4E3C-B4DA-3AF6ADC58AEA}" srcOrd="0" destOrd="0" parTransId="{BFD8BBD7-6D98-4CF5-946B-D728E3AE53BA}" sibTransId="{AFD28282-2F0C-4133-B5B5-62400225DFEC}"/>
    <dgm:cxn modelId="{57D63DAA-FC26-4781-8236-442E9BF8ACB8}" srcId="{1BDDE709-DD27-4D41-BFB2-9A04C11836BD}" destId="{99398BDF-159D-4148-B21F-9143F7479000}" srcOrd="2" destOrd="0" parTransId="{92CE5910-D5F3-4F74-9A90-0BA4D1FB3892}" sibTransId="{563267CC-6248-46FB-9F1D-6D8BBC02E096}"/>
    <dgm:cxn modelId="{6DE498DA-E469-B64F-A0A8-76A5E15FEE3C}" type="presOf" srcId="{99398BDF-159D-4148-B21F-9143F7479000}" destId="{C7A96803-19F1-4400-971B-E5EF973E63F7}" srcOrd="0" destOrd="0" presId="urn:microsoft.com/office/officeart/2018/2/layout/IconVerticalSolidList"/>
    <dgm:cxn modelId="{BCE562AA-8C2E-0945-9ABE-9C4808502A4F}" type="presParOf" srcId="{46928AE6-1228-4A8B-9CBD-8B5B27843EC5}" destId="{BA860918-EABA-4C56-8DBC-5CB3225997D4}" srcOrd="0" destOrd="0" presId="urn:microsoft.com/office/officeart/2018/2/layout/IconVerticalSolidList"/>
    <dgm:cxn modelId="{38E57212-9B8E-6A42-8347-8F812D2A2BD1}" type="presParOf" srcId="{BA860918-EABA-4C56-8DBC-5CB3225997D4}" destId="{4FCB9277-8341-495E-A8C4-5C2D92FE629D}" srcOrd="0" destOrd="0" presId="urn:microsoft.com/office/officeart/2018/2/layout/IconVerticalSolidList"/>
    <dgm:cxn modelId="{6E909DBA-5D1F-DB43-8BD1-CE1CC8AF765E}" type="presParOf" srcId="{BA860918-EABA-4C56-8DBC-5CB3225997D4}" destId="{37AB4F98-D91C-48DD-AEE1-F3CBDC1DD5CE}" srcOrd="1" destOrd="0" presId="urn:microsoft.com/office/officeart/2018/2/layout/IconVerticalSolidList"/>
    <dgm:cxn modelId="{6EC24B97-69A9-F14B-BF75-67FAB2AD687A}" type="presParOf" srcId="{BA860918-EABA-4C56-8DBC-5CB3225997D4}" destId="{1D8B42C3-620D-4C01-BC1D-A0D32E80AD46}" srcOrd="2" destOrd="0" presId="urn:microsoft.com/office/officeart/2018/2/layout/IconVerticalSolidList"/>
    <dgm:cxn modelId="{78484F04-58F4-0946-92C8-83CC718C43F3}" type="presParOf" srcId="{BA860918-EABA-4C56-8DBC-5CB3225997D4}" destId="{AF610F5C-B5FF-4162-BDFE-F6FA23E325FA}" srcOrd="3" destOrd="0" presId="urn:microsoft.com/office/officeart/2018/2/layout/IconVerticalSolidList"/>
    <dgm:cxn modelId="{17579EDC-EBE0-754C-988A-856AE792D3BD}" type="presParOf" srcId="{46928AE6-1228-4A8B-9CBD-8B5B27843EC5}" destId="{D9BBA212-AB68-4C1D-BA58-F68C6FB81ADA}" srcOrd="1" destOrd="0" presId="urn:microsoft.com/office/officeart/2018/2/layout/IconVerticalSolidList"/>
    <dgm:cxn modelId="{34BA62A2-BFD5-0343-90BF-08D943FF6B36}" type="presParOf" srcId="{46928AE6-1228-4A8B-9CBD-8B5B27843EC5}" destId="{5418E171-B37D-47B9-ACB7-0FFD96EF64FC}" srcOrd="2" destOrd="0" presId="urn:microsoft.com/office/officeart/2018/2/layout/IconVerticalSolidList"/>
    <dgm:cxn modelId="{09303A88-1206-E847-8F24-28490B52DFD8}" type="presParOf" srcId="{5418E171-B37D-47B9-ACB7-0FFD96EF64FC}" destId="{3693C49E-C1AA-4C20-9C24-D155DD78BF65}" srcOrd="0" destOrd="0" presId="urn:microsoft.com/office/officeart/2018/2/layout/IconVerticalSolidList"/>
    <dgm:cxn modelId="{20E1A166-0F68-DD47-BF90-503F802EEE19}" type="presParOf" srcId="{5418E171-B37D-47B9-ACB7-0FFD96EF64FC}" destId="{A6FCDCDA-3262-413B-A5B4-7B49CD12DC94}" srcOrd="1" destOrd="0" presId="urn:microsoft.com/office/officeart/2018/2/layout/IconVerticalSolidList"/>
    <dgm:cxn modelId="{652D88BE-8904-304B-BDB9-B23AFA2445EB}" type="presParOf" srcId="{5418E171-B37D-47B9-ACB7-0FFD96EF64FC}" destId="{17A8AE93-74A3-4D74-A79B-9445A2264653}" srcOrd="2" destOrd="0" presId="urn:microsoft.com/office/officeart/2018/2/layout/IconVerticalSolidList"/>
    <dgm:cxn modelId="{AC948CF9-100D-9D40-8D9E-47407C303588}" type="presParOf" srcId="{5418E171-B37D-47B9-ACB7-0FFD96EF64FC}" destId="{368E3120-ABDE-4B7C-8151-095448A19323}" srcOrd="3" destOrd="0" presId="urn:microsoft.com/office/officeart/2018/2/layout/IconVerticalSolidList"/>
    <dgm:cxn modelId="{C50C6862-37EF-8745-A97C-13A48A8E9E43}" type="presParOf" srcId="{46928AE6-1228-4A8B-9CBD-8B5B27843EC5}" destId="{B7412AD4-F7AC-4117-9451-95912298B08C}" srcOrd="3" destOrd="0" presId="urn:microsoft.com/office/officeart/2018/2/layout/IconVerticalSolidList"/>
    <dgm:cxn modelId="{F488EB15-E08D-F047-BDD5-7BC118AC5B43}" type="presParOf" srcId="{46928AE6-1228-4A8B-9CBD-8B5B27843EC5}" destId="{065423D5-30C6-4055-B37F-CFFFD238C11C}" srcOrd="4" destOrd="0" presId="urn:microsoft.com/office/officeart/2018/2/layout/IconVerticalSolidList"/>
    <dgm:cxn modelId="{80CDF2A1-0555-C240-AF2F-0BBB79828F9A}" type="presParOf" srcId="{065423D5-30C6-4055-B37F-CFFFD238C11C}" destId="{3DC45D6F-75EA-403A-A6D0-D96D2FA2FF95}" srcOrd="0" destOrd="0" presId="urn:microsoft.com/office/officeart/2018/2/layout/IconVerticalSolidList"/>
    <dgm:cxn modelId="{AC72E83F-1F3B-9048-88BB-6AC9ACE46706}" type="presParOf" srcId="{065423D5-30C6-4055-B37F-CFFFD238C11C}" destId="{6CEFB07E-3DA3-4E4E-96F2-6BDB07229DB2}" srcOrd="1" destOrd="0" presId="urn:microsoft.com/office/officeart/2018/2/layout/IconVerticalSolidList"/>
    <dgm:cxn modelId="{9458CA9F-E119-A843-998A-E2C81CA0D378}" type="presParOf" srcId="{065423D5-30C6-4055-B37F-CFFFD238C11C}" destId="{2BC00382-7008-43C3-AA0B-C651E533FA26}" srcOrd="2" destOrd="0" presId="urn:microsoft.com/office/officeart/2018/2/layout/IconVerticalSolidList"/>
    <dgm:cxn modelId="{047AD6B5-A71C-7F4F-AB8A-E40F795FA6BC}" type="presParOf" srcId="{065423D5-30C6-4055-B37F-CFFFD238C11C}" destId="{C7A96803-19F1-4400-971B-E5EF973E63F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A627CC-163C-4E63-8E5B-123227771E07}" type="doc">
      <dgm:prSet loTypeId="urn:microsoft.com/office/officeart/2017/3/layout/HorizontalPathTimeline" loCatId="process" qsTypeId="urn:microsoft.com/office/officeart/2005/8/quickstyle/simple1" qsCatId="simple" csTypeId="urn:microsoft.com/office/officeart/2005/8/colors/accent3_2" csCatId="accent3" phldr="1"/>
      <dgm:spPr/>
      <dgm:t>
        <a:bodyPr/>
        <a:lstStyle/>
        <a:p>
          <a:endParaRPr lang="en-US"/>
        </a:p>
      </dgm:t>
    </dgm:pt>
    <dgm:pt modelId="{B89D87DB-7537-4A60-89B7-8040E0D636FE}">
      <dgm:prSet/>
      <dgm:spPr/>
      <dgm:t>
        <a:bodyPr/>
        <a:lstStyle/>
        <a:p>
          <a:pPr>
            <a:defRPr b="1"/>
          </a:pPr>
          <a:r>
            <a:rPr lang="en-US"/>
            <a:t>Summer 2015</a:t>
          </a:r>
        </a:p>
      </dgm:t>
    </dgm:pt>
    <dgm:pt modelId="{D8837B74-751D-4459-BF28-B9B734D629F7}" type="parTrans" cxnId="{FFE35E52-8501-42BC-9144-907EC4724F52}">
      <dgm:prSet/>
      <dgm:spPr/>
      <dgm:t>
        <a:bodyPr/>
        <a:lstStyle/>
        <a:p>
          <a:endParaRPr lang="en-US"/>
        </a:p>
      </dgm:t>
    </dgm:pt>
    <dgm:pt modelId="{712018B7-8746-4E7C-953B-3156458AD1E1}" type="sibTrans" cxnId="{FFE35E52-8501-42BC-9144-907EC4724F52}">
      <dgm:prSet/>
      <dgm:spPr/>
      <dgm:t>
        <a:bodyPr/>
        <a:lstStyle/>
        <a:p>
          <a:endParaRPr lang="en-US"/>
        </a:p>
      </dgm:t>
    </dgm:pt>
    <dgm:pt modelId="{B94FE2F4-8E0B-4C07-92AC-F76ABB82BC0D}">
      <dgm:prSet/>
      <dgm:spPr/>
      <dgm:t>
        <a:bodyPr/>
        <a:lstStyle/>
        <a:p>
          <a:r>
            <a:rPr lang="en-US"/>
            <a:t>Levandowsi meets with Uber executive about starting a self-driving startup Uber could acquire</a:t>
          </a:r>
        </a:p>
      </dgm:t>
    </dgm:pt>
    <dgm:pt modelId="{0B0784AE-96DE-40B6-B1E6-DEA67008ADD9}" type="parTrans" cxnId="{BB0710C4-1B77-4AB1-801C-471EFB4A9139}">
      <dgm:prSet/>
      <dgm:spPr/>
      <dgm:t>
        <a:bodyPr/>
        <a:lstStyle/>
        <a:p>
          <a:endParaRPr lang="en-US"/>
        </a:p>
      </dgm:t>
    </dgm:pt>
    <dgm:pt modelId="{C85BB4BE-EB46-43D7-ABB4-F7EC0018203D}" type="sibTrans" cxnId="{BB0710C4-1B77-4AB1-801C-471EFB4A9139}">
      <dgm:prSet/>
      <dgm:spPr/>
      <dgm:t>
        <a:bodyPr/>
        <a:lstStyle/>
        <a:p>
          <a:endParaRPr lang="en-US"/>
        </a:p>
      </dgm:t>
    </dgm:pt>
    <dgm:pt modelId="{8D8C27C7-C906-45C5-B941-DBB8F55499BF}">
      <dgm:prSet/>
      <dgm:spPr/>
      <dgm:t>
        <a:bodyPr/>
        <a:lstStyle/>
        <a:p>
          <a:pPr>
            <a:defRPr b="1"/>
          </a:pPr>
          <a:r>
            <a:rPr lang="en-US"/>
            <a:t>3 Dec. 2015</a:t>
          </a:r>
        </a:p>
      </dgm:t>
    </dgm:pt>
    <dgm:pt modelId="{0F2C9162-12B8-48AF-813D-667F05E99F11}" type="parTrans" cxnId="{EF13E6E0-0236-47AF-9B58-9C2259280777}">
      <dgm:prSet/>
      <dgm:spPr/>
      <dgm:t>
        <a:bodyPr/>
        <a:lstStyle/>
        <a:p>
          <a:endParaRPr lang="en-US"/>
        </a:p>
      </dgm:t>
    </dgm:pt>
    <dgm:pt modelId="{9B8E6130-633B-4368-80B6-EC87688C4D1C}" type="sibTrans" cxnId="{EF13E6E0-0236-47AF-9B58-9C2259280777}">
      <dgm:prSet/>
      <dgm:spPr/>
      <dgm:t>
        <a:bodyPr/>
        <a:lstStyle/>
        <a:p>
          <a:endParaRPr lang="en-US"/>
        </a:p>
      </dgm:t>
    </dgm:pt>
    <dgm:pt modelId="{F04DCE48-C045-473F-BA7C-072718BB8BA0}">
      <dgm:prSet/>
      <dgm:spPr/>
      <dgm:t>
        <a:bodyPr/>
        <a:lstStyle/>
        <a:p>
          <a:r>
            <a:rPr lang="en-US"/>
            <a:t>Levandowski searches for access to Waymo's "highly confidential" design server</a:t>
          </a:r>
        </a:p>
      </dgm:t>
    </dgm:pt>
    <dgm:pt modelId="{632A680D-1C18-408F-8AF8-EBC18A94AEED}" type="parTrans" cxnId="{F752A77F-E744-428B-911C-095DFF9B5A93}">
      <dgm:prSet/>
      <dgm:spPr/>
      <dgm:t>
        <a:bodyPr/>
        <a:lstStyle/>
        <a:p>
          <a:endParaRPr lang="en-US"/>
        </a:p>
      </dgm:t>
    </dgm:pt>
    <dgm:pt modelId="{805D27E6-F498-43E1-8DA8-927F395AC808}" type="sibTrans" cxnId="{F752A77F-E744-428B-911C-095DFF9B5A93}">
      <dgm:prSet/>
      <dgm:spPr/>
      <dgm:t>
        <a:bodyPr/>
        <a:lstStyle/>
        <a:p>
          <a:endParaRPr lang="en-US"/>
        </a:p>
      </dgm:t>
    </dgm:pt>
    <dgm:pt modelId="{0FB4E341-B787-4CDB-AD8F-37B0F812DC20}">
      <dgm:prSet/>
      <dgm:spPr/>
      <dgm:t>
        <a:bodyPr/>
        <a:lstStyle/>
        <a:p>
          <a:pPr>
            <a:defRPr b="1"/>
          </a:pPr>
          <a:r>
            <a:rPr lang="en-US"/>
            <a:t>11 Dec. 2015</a:t>
          </a:r>
        </a:p>
      </dgm:t>
    </dgm:pt>
    <dgm:pt modelId="{92710D74-FBC2-48CA-97A5-C364B76C9AD4}" type="parTrans" cxnId="{66251DF7-E268-4D24-A02F-F08F975582B0}">
      <dgm:prSet/>
      <dgm:spPr/>
      <dgm:t>
        <a:bodyPr/>
        <a:lstStyle/>
        <a:p>
          <a:endParaRPr lang="en-US"/>
        </a:p>
      </dgm:t>
    </dgm:pt>
    <dgm:pt modelId="{82D8DF65-3D2B-4FC5-B56D-E0EA025AF820}" type="sibTrans" cxnId="{66251DF7-E268-4D24-A02F-F08F975582B0}">
      <dgm:prSet/>
      <dgm:spPr/>
      <dgm:t>
        <a:bodyPr/>
        <a:lstStyle/>
        <a:p>
          <a:endParaRPr lang="en-US"/>
        </a:p>
      </dgm:t>
    </dgm:pt>
    <dgm:pt modelId="{6F3E1A02-485F-440D-8AB4-F3C303E8B258}">
      <dgm:prSet/>
      <dgm:spPr/>
      <dgm:t>
        <a:bodyPr/>
        <a:lstStyle/>
        <a:p>
          <a:r>
            <a:rPr lang="en-US"/>
            <a:t>Installs special software, downloads 14,000+ files (9.7 GB)</a:t>
          </a:r>
        </a:p>
      </dgm:t>
    </dgm:pt>
    <dgm:pt modelId="{61036B12-94EA-4467-A4D5-40623C4222FA}" type="parTrans" cxnId="{BF659841-D360-45B0-B03F-7244BA333DD5}">
      <dgm:prSet/>
      <dgm:spPr/>
      <dgm:t>
        <a:bodyPr/>
        <a:lstStyle/>
        <a:p>
          <a:endParaRPr lang="en-US"/>
        </a:p>
      </dgm:t>
    </dgm:pt>
    <dgm:pt modelId="{F6269247-F88D-4FD9-83B6-5DCF937A325A}" type="sibTrans" cxnId="{BF659841-D360-45B0-B03F-7244BA333DD5}">
      <dgm:prSet/>
      <dgm:spPr/>
      <dgm:t>
        <a:bodyPr/>
        <a:lstStyle/>
        <a:p>
          <a:endParaRPr lang="en-US"/>
        </a:p>
      </dgm:t>
    </dgm:pt>
    <dgm:pt modelId="{C800BC0C-B1A9-4BFA-904E-939DB128E386}">
      <dgm:prSet/>
      <dgm:spPr/>
      <dgm:t>
        <a:bodyPr/>
        <a:lstStyle/>
        <a:p>
          <a:pPr>
            <a:defRPr b="1"/>
          </a:pPr>
          <a:r>
            <a:rPr lang="en-US"/>
            <a:t>Jan. 2016</a:t>
          </a:r>
        </a:p>
      </dgm:t>
    </dgm:pt>
    <dgm:pt modelId="{25BB1A2C-48DD-4CBF-A497-A1314DA09BA4}" type="parTrans" cxnId="{98046F9A-A0FB-4E91-852E-D8E73822449B}">
      <dgm:prSet/>
      <dgm:spPr/>
      <dgm:t>
        <a:bodyPr/>
        <a:lstStyle/>
        <a:p>
          <a:endParaRPr lang="en-US"/>
        </a:p>
      </dgm:t>
    </dgm:pt>
    <dgm:pt modelId="{AF401F8F-2E63-4B93-A5FD-47948A7162C2}" type="sibTrans" cxnId="{98046F9A-A0FB-4E91-852E-D8E73822449B}">
      <dgm:prSet/>
      <dgm:spPr/>
      <dgm:t>
        <a:bodyPr/>
        <a:lstStyle/>
        <a:p>
          <a:endParaRPr lang="en-US"/>
        </a:p>
      </dgm:t>
    </dgm:pt>
    <dgm:pt modelId="{B046DD11-C2EE-4544-A919-A437FAFB1EF1}">
      <dgm:prSet/>
      <dgm:spPr/>
      <dgm:t>
        <a:bodyPr/>
        <a:lstStyle/>
        <a:p>
          <a:r>
            <a:rPr lang="en-US"/>
            <a:t>Levandowski resigns from Waymo</a:t>
          </a:r>
        </a:p>
      </dgm:t>
    </dgm:pt>
    <dgm:pt modelId="{D2CAF00A-6495-43ED-AA80-34FF90CE0C0A}" type="parTrans" cxnId="{685211E9-B2E0-4455-B11A-76A245324CDB}">
      <dgm:prSet/>
      <dgm:spPr/>
      <dgm:t>
        <a:bodyPr/>
        <a:lstStyle/>
        <a:p>
          <a:endParaRPr lang="en-US"/>
        </a:p>
      </dgm:t>
    </dgm:pt>
    <dgm:pt modelId="{AB1EC90C-938A-4888-B7C6-AE0A2B2D37FE}" type="sibTrans" cxnId="{685211E9-B2E0-4455-B11A-76A245324CDB}">
      <dgm:prSet/>
      <dgm:spPr/>
      <dgm:t>
        <a:bodyPr/>
        <a:lstStyle/>
        <a:p>
          <a:endParaRPr lang="en-US"/>
        </a:p>
      </dgm:t>
    </dgm:pt>
    <dgm:pt modelId="{97126E27-D152-4C4E-94AB-822C7E3E0529}">
      <dgm:prSet/>
      <dgm:spPr/>
      <dgm:t>
        <a:bodyPr/>
        <a:lstStyle/>
        <a:p>
          <a:pPr>
            <a:defRPr b="1"/>
          </a:pPr>
          <a:r>
            <a:rPr lang="en-US"/>
            <a:t>Jan. 2016</a:t>
          </a:r>
        </a:p>
      </dgm:t>
    </dgm:pt>
    <dgm:pt modelId="{D2830E65-ED36-4E1E-8A2F-5598A0FB0E85}" type="parTrans" cxnId="{1C7D850D-E3C1-4BC4-AB02-1EFA9D9319FE}">
      <dgm:prSet/>
      <dgm:spPr/>
      <dgm:t>
        <a:bodyPr/>
        <a:lstStyle/>
        <a:p>
          <a:endParaRPr lang="en-US"/>
        </a:p>
      </dgm:t>
    </dgm:pt>
    <dgm:pt modelId="{4AD91DAE-E6C8-4761-9D9F-D43C34802FB0}" type="sibTrans" cxnId="{1C7D850D-E3C1-4BC4-AB02-1EFA9D9319FE}">
      <dgm:prSet/>
      <dgm:spPr/>
      <dgm:t>
        <a:bodyPr/>
        <a:lstStyle/>
        <a:p>
          <a:endParaRPr lang="en-US"/>
        </a:p>
      </dgm:t>
    </dgm:pt>
    <dgm:pt modelId="{E6EA7081-2004-4C03-B95C-FDFCB14F493E}">
      <dgm:prSet/>
      <dgm:spPr/>
      <dgm:t>
        <a:bodyPr/>
        <a:lstStyle/>
        <a:p>
          <a:r>
            <a:rPr lang="en-US"/>
            <a:t>Founds Otto (self-driving truck startup)</a:t>
          </a:r>
        </a:p>
      </dgm:t>
    </dgm:pt>
    <dgm:pt modelId="{BACC5669-FE52-4C99-BF4A-5491F2433595}" type="parTrans" cxnId="{14488F36-AA01-4B56-A585-C5B99CEB9FA0}">
      <dgm:prSet/>
      <dgm:spPr/>
      <dgm:t>
        <a:bodyPr/>
        <a:lstStyle/>
        <a:p>
          <a:endParaRPr lang="en-US"/>
        </a:p>
      </dgm:t>
    </dgm:pt>
    <dgm:pt modelId="{394CF3DC-10A1-4307-9A44-3D6853F77168}" type="sibTrans" cxnId="{14488F36-AA01-4B56-A585-C5B99CEB9FA0}">
      <dgm:prSet/>
      <dgm:spPr/>
      <dgm:t>
        <a:bodyPr/>
        <a:lstStyle/>
        <a:p>
          <a:endParaRPr lang="en-US"/>
        </a:p>
      </dgm:t>
    </dgm:pt>
    <dgm:pt modelId="{FA204B69-94B9-492E-B641-47FD2F0B6F09}">
      <dgm:prSet/>
      <dgm:spPr/>
      <dgm:t>
        <a:bodyPr/>
        <a:lstStyle/>
        <a:p>
          <a:pPr>
            <a:defRPr b="1"/>
          </a:pPr>
          <a:r>
            <a:rPr lang="en-US"/>
            <a:t>Aug. 2016</a:t>
          </a:r>
        </a:p>
      </dgm:t>
    </dgm:pt>
    <dgm:pt modelId="{10CEB1E1-8A7D-4C89-9E0A-C58CDB494E7C}" type="parTrans" cxnId="{A0D17853-F43F-4E4F-86D6-3B47DDFB0159}">
      <dgm:prSet/>
      <dgm:spPr/>
      <dgm:t>
        <a:bodyPr/>
        <a:lstStyle/>
        <a:p>
          <a:endParaRPr lang="en-US"/>
        </a:p>
      </dgm:t>
    </dgm:pt>
    <dgm:pt modelId="{71F04A41-4ABB-4F33-9FF3-812084C5982A}" type="sibTrans" cxnId="{A0D17853-F43F-4E4F-86D6-3B47DDFB0159}">
      <dgm:prSet/>
      <dgm:spPr/>
      <dgm:t>
        <a:bodyPr/>
        <a:lstStyle/>
        <a:p>
          <a:endParaRPr lang="en-US"/>
        </a:p>
      </dgm:t>
    </dgm:pt>
    <dgm:pt modelId="{627ADCEB-246B-493F-A4D5-8EBD2F509633}">
      <dgm:prSet/>
      <dgm:spPr/>
      <dgm:t>
        <a:bodyPr/>
        <a:lstStyle/>
        <a:p>
          <a:r>
            <a:rPr lang="en-US"/>
            <a:t>Uber acquires Otto for ~$680M</a:t>
          </a:r>
        </a:p>
      </dgm:t>
    </dgm:pt>
    <dgm:pt modelId="{0D8879AA-1B0F-47E8-A68A-88A6A29C791E}" type="parTrans" cxnId="{18DC2818-D39E-473E-9B29-8DB1D4579018}">
      <dgm:prSet/>
      <dgm:spPr/>
      <dgm:t>
        <a:bodyPr/>
        <a:lstStyle/>
        <a:p>
          <a:endParaRPr lang="en-US"/>
        </a:p>
      </dgm:t>
    </dgm:pt>
    <dgm:pt modelId="{DF6B3680-F356-4CBD-8275-4752959CFC98}" type="sibTrans" cxnId="{18DC2818-D39E-473E-9B29-8DB1D4579018}">
      <dgm:prSet/>
      <dgm:spPr/>
      <dgm:t>
        <a:bodyPr/>
        <a:lstStyle/>
        <a:p>
          <a:endParaRPr lang="en-US"/>
        </a:p>
      </dgm:t>
    </dgm:pt>
    <dgm:pt modelId="{FDAE4BC8-62CC-48C8-878E-08B849E70A8E}">
      <dgm:prSet/>
      <dgm:spPr/>
      <dgm:t>
        <a:bodyPr/>
        <a:lstStyle/>
        <a:p>
          <a:pPr>
            <a:defRPr b="1"/>
          </a:pPr>
          <a:r>
            <a:rPr lang="en-US"/>
            <a:t>Feb. 2017</a:t>
          </a:r>
        </a:p>
      </dgm:t>
    </dgm:pt>
    <dgm:pt modelId="{F1705277-826D-4396-8E30-317A9600B785}" type="parTrans" cxnId="{F649DDF3-8F70-4C16-83A8-023FFB7CE8BA}">
      <dgm:prSet/>
      <dgm:spPr/>
      <dgm:t>
        <a:bodyPr/>
        <a:lstStyle/>
        <a:p>
          <a:endParaRPr lang="en-US"/>
        </a:p>
      </dgm:t>
    </dgm:pt>
    <dgm:pt modelId="{2698DB31-AC9C-4481-907B-4721FA8BA5A4}" type="sibTrans" cxnId="{F649DDF3-8F70-4C16-83A8-023FFB7CE8BA}">
      <dgm:prSet/>
      <dgm:spPr/>
      <dgm:t>
        <a:bodyPr/>
        <a:lstStyle/>
        <a:p>
          <a:endParaRPr lang="en-US"/>
        </a:p>
      </dgm:t>
    </dgm:pt>
    <dgm:pt modelId="{CA3019E9-036F-409D-98E8-857E21B76000}">
      <dgm:prSet/>
      <dgm:spPr/>
      <dgm:t>
        <a:bodyPr/>
        <a:lstStyle/>
        <a:p>
          <a:r>
            <a:rPr lang="en-US"/>
            <a:t>Waymo sues Uber</a:t>
          </a:r>
        </a:p>
      </dgm:t>
    </dgm:pt>
    <dgm:pt modelId="{91DE68D1-F164-45E2-9525-ADE6D91B0F26}" type="parTrans" cxnId="{E1FE30A0-AFC4-4BC1-8F4D-AB5C691D1516}">
      <dgm:prSet/>
      <dgm:spPr/>
      <dgm:t>
        <a:bodyPr/>
        <a:lstStyle/>
        <a:p>
          <a:endParaRPr lang="en-US"/>
        </a:p>
      </dgm:t>
    </dgm:pt>
    <dgm:pt modelId="{99C08FEE-B2D7-45E0-8736-F34E05D9A1FA}" type="sibTrans" cxnId="{E1FE30A0-AFC4-4BC1-8F4D-AB5C691D1516}">
      <dgm:prSet/>
      <dgm:spPr/>
      <dgm:t>
        <a:bodyPr/>
        <a:lstStyle/>
        <a:p>
          <a:endParaRPr lang="en-US"/>
        </a:p>
      </dgm:t>
    </dgm:pt>
    <dgm:pt modelId="{AF00DA83-353A-2747-B46C-23E290BC3E85}" type="pres">
      <dgm:prSet presAssocID="{9AA627CC-163C-4E63-8E5B-123227771E07}" presName="root" presStyleCnt="0">
        <dgm:presLayoutVars>
          <dgm:chMax/>
          <dgm:chPref/>
          <dgm:animLvl val="lvl"/>
        </dgm:presLayoutVars>
      </dgm:prSet>
      <dgm:spPr/>
    </dgm:pt>
    <dgm:pt modelId="{04C5B231-6AF9-9341-AF59-215B3B4BFA5C}" type="pres">
      <dgm:prSet presAssocID="{9AA627CC-163C-4E63-8E5B-123227771E07}" presName="divider" presStyleLbl="node1" presStyleIdx="0" presStyleCnt="1"/>
      <dgm:spPr/>
    </dgm:pt>
    <dgm:pt modelId="{2DE47976-99A5-4E40-AF58-1D765843171F}" type="pres">
      <dgm:prSet presAssocID="{9AA627CC-163C-4E63-8E5B-123227771E07}" presName="nodes" presStyleCnt="0">
        <dgm:presLayoutVars>
          <dgm:chMax/>
          <dgm:chPref/>
          <dgm:animLvl val="lvl"/>
        </dgm:presLayoutVars>
      </dgm:prSet>
      <dgm:spPr/>
    </dgm:pt>
    <dgm:pt modelId="{74BFF125-BCB0-3840-9A96-D05B40EF2279}" type="pres">
      <dgm:prSet presAssocID="{B89D87DB-7537-4A60-89B7-8040E0D636FE}" presName="composite" presStyleCnt="0"/>
      <dgm:spPr/>
    </dgm:pt>
    <dgm:pt modelId="{D763697D-DC15-EC4D-AB69-E3BBD8398533}" type="pres">
      <dgm:prSet presAssocID="{B89D87DB-7537-4A60-89B7-8040E0D636FE}" presName="L1TextContainer" presStyleLbl="revTx" presStyleIdx="0" presStyleCnt="7">
        <dgm:presLayoutVars>
          <dgm:chMax val="1"/>
          <dgm:chPref val="1"/>
          <dgm:bulletEnabled val="1"/>
        </dgm:presLayoutVars>
      </dgm:prSet>
      <dgm:spPr/>
    </dgm:pt>
    <dgm:pt modelId="{1F125849-410C-6546-B022-B7C7AC3E969E}" type="pres">
      <dgm:prSet presAssocID="{B89D87DB-7537-4A60-89B7-8040E0D636FE}" presName="L2TextContainerWrapper" presStyleCnt="0">
        <dgm:presLayoutVars>
          <dgm:chMax val="0"/>
          <dgm:chPref val="0"/>
          <dgm:bulletEnabled val="1"/>
        </dgm:presLayoutVars>
      </dgm:prSet>
      <dgm:spPr/>
    </dgm:pt>
    <dgm:pt modelId="{25203501-FCEC-9248-9AF6-54D0D6331BA4}" type="pres">
      <dgm:prSet presAssocID="{B89D87DB-7537-4A60-89B7-8040E0D636FE}" presName="L2TextContainer" presStyleLbl="bgAccFollowNode1" presStyleIdx="0" presStyleCnt="7"/>
      <dgm:spPr/>
    </dgm:pt>
    <dgm:pt modelId="{1D49ABC2-CDC7-B84F-9E8A-3826F3F6EA84}" type="pres">
      <dgm:prSet presAssocID="{B89D87DB-7537-4A60-89B7-8040E0D636FE}" presName="FlexibleEmptyPlaceHolder" presStyleCnt="0"/>
      <dgm:spPr/>
    </dgm:pt>
    <dgm:pt modelId="{0A50EA56-E939-4140-9BBF-5F26A18FDB54}" type="pres">
      <dgm:prSet presAssocID="{B89D87DB-7537-4A60-89B7-8040E0D636FE}" presName="ConnectLine" presStyleLbl="alignNode1" presStyleIdx="0"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A0E8E33C-7D9D-D149-8EB6-26029EB3441D}" type="pres">
      <dgm:prSet presAssocID="{B89D87DB-7537-4A60-89B7-8040E0D636FE}" presName="ConnectorPoint" presStyleLbl="fgAcc1" presStyleIdx="0" presStyleCnt="7"/>
      <dgm:spPr>
        <a:solidFill>
          <a:schemeClr val="lt1">
            <a:alpha val="90000"/>
            <a:hueOff val="0"/>
            <a:satOff val="0"/>
            <a:lumOff val="0"/>
            <a:alphaOff val="0"/>
          </a:schemeClr>
        </a:solidFill>
        <a:ln w="19050" cap="rnd" cmpd="sng" algn="ctr">
          <a:noFill/>
          <a:prstDash val="solid"/>
        </a:ln>
        <a:effectLst/>
      </dgm:spPr>
    </dgm:pt>
    <dgm:pt modelId="{34C90C1D-3516-2846-A0BF-297AB369B306}" type="pres">
      <dgm:prSet presAssocID="{B89D87DB-7537-4A60-89B7-8040E0D636FE}" presName="EmptyPlaceHolder" presStyleCnt="0"/>
      <dgm:spPr/>
    </dgm:pt>
    <dgm:pt modelId="{3013FC42-3427-954E-BBBE-3A03FD71F071}" type="pres">
      <dgm:prSet presAssocID="{712018B7-8746-4E7C-953B-3156458AD1E1}" presName="spaceBetweenRectangles" presStyleCnt="0"/>
      <dgm:spPr/>
    </dgm:pt>
    <dgm:pt modelId="{4E2BDB8C-BD2D-0644-9497-AB1776510582}" type="pres">
      <dgm:prSet presAssocID="{8D8C27C7-C906-45C5-B941-DBB8F55499BF}" presName="composite" presStyleCnt="0"/>
      <dgm:spPr/>
    </dgm:pt>
    <dgm:pt modelId="{0C2260BB-A259-4545-8218-8AB7E3D26F2A}" type="pres">
      <dgm:prSet presAssocID="{8D8C27C7-C906-45C5-B941-DBB8F55499BF}" presName="L1TextContainer" presStyleLbl="revTx" presStyleIdx="1" presStyleCnt="7">
        <dgm:presLayoutVars>
          <dgm:chMax val="1"/>
          <dgm:chPref val="1"/>
          <dgm:bulletEnabled val="1"/>
        </dgm:presLayoutVars>
      </dgm:prSet>
      <dgm:spPr/>
    </dgm:pt>
    <dgm:pt modelId="{C29ED8A5-2DC5-6647-8D13-B01130C09786}" type="pres">
      <dgm:prSet presAssocID="{8D8C27C7-C906-45C5-B941-DBB8F55499BF}" presName="L2TextContainerWrapper" presStyleCnt="0">
        <dgm:presLayoutVars>
          <dgm:chMax val="0"/>
          <dgm:chPref val="0"/>
          <dgm:bulletEnabled val="1"/>
        </dgm:presLayoutVars>
      </dgm:prSet>
      <dgm:spPr/>
    </dgm:pt>
    <dgm:pt modelId="{6DDE92F4-51E5-9242-A81A-3D7317891B47}" type="pres">
      <dgm:prSet presAssocID="{8D8C27C7-C906-45C5-B941-DBB8F55499BF}" presName="L2TextContainer" presStyleLbl="bgAccFollowNode1" presStyleIdx="1" presStyleCnt="7"/>
      <dgm:spPr/>
    </dgm:pt>
    <dgm:pt modelId="{21EB9248-5996-D84C-97ED-5B3777FC7668}" type="pres">
      <dgm:prSet presAssocID="{8D8C27C7-C906-45C5-B941-DBB8F55499BF}" presName="FlexibleEmptyPlaceHolder" presStyleCnt="0"/>
      <dgm:spPr/>
    </dgm:pt>
    <dgm:pt modelId="{D768A9F2-26CF-B742-942E-BB238C68D87A}" type="pres">
      <dgm:prSet presAssocID="{8D8C27C7-C906-45C5-B941-DBB8F55499BF}" presName="ConnectLine" presStyleLbl="alignNode1" presStyleIdx="1"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76598BEA-F0B1-1343-BC88-AEA750CD3921}" type="pres">
      <dgm:prSet presAssocID="{8D8C27C7-C906-45C5-B941-DBB8F55499BF}" presName="ConnectorPoint" presStyleLbl="fgAcc1" presStyleIdx="1" presStyleCnt="7"/>
      <dgm:spPr>
        <a:solidFill>
          <a:schemeClr val="lt1">
            <a:alpha val="90000"/>
            <a:hueOff val="0"/>
            <a:satOff val="0"/>
            <a:lumOff val="0"/>
            <a:alphaOff val="0"/>
          </a:schemeClr>
        </a:solidFill>
        <a:ln w="19050" cap="rnd" cmpd="sng" algn="ctr">
          <a:noFill/>
          <a:prstDash val="solid"/>
        </a:ln>
        <a:effectLst/>
      </dgm:spPr>
    </dgm:pt>
    <dgm:pt modelId="{100EE59D-AD4F-2E42-867F-DB1019D4CEF8}" type="pres">
      <dgm:prSet presAssocID="{8D8C27C7-C906-45C5-B941-DBB8F55499BF}" presName="EmptyPlaceHolder" presStyleCnt="0"/>
      <dgm:spPr/>
    </dgm:pt>
    <dgm:pt modelId="{B910C46E-2836-6C4B-B5FB-990F4C5427B9}" type="pres">
      <dgm:prSet presAssocID="{9B8E6130-633B-4368-80B6-EC87688C4D1C}" presName="spaceBetweenRectangles" presStyleCnt="0"/>
      <dgm:spPr/>
    </dgm:pt>
    <dgm:pt modelId="{B88498D0-CCDD-6343-B29E-C3AB7F5D029F}" type="pres">
      <dgm:prSet presAssocID="{0FB4E341-B787-4CDB-AD8F-37B0F812DC20}" presName="composite" presStyleCnt="0"/>
      <dgm:spPr/>
    </dgm:pt>
    <dgm:pt modelId="{B413D3B0-D7C0-ED42-80F1-35AFF196FEEE}" type="pres">
      <dgm:prSet presAssocID="{0FB4E341-B787-4CDB-AD8F-37B0F812DC20}" presName="L1TextContainer" presStyleLbl="revTx" presStyleIdx="2" presStyleCnt="7">
        <dgm:presLayoutVars>
          <dgm:chMax val="1"/>
          <dgm:chPref val="1"/>
          <dgm:bulletEnabled val="1"/>
        </dgm:presLayoutVars>
      </dgm:prSet>
      <dgm:spPr/>
    </dgm:pt>
    <dgm:pt modelId="{8832544B-B7DA-1E42-9E4F-F7EB92DCF147}" type="pres">
      <dgm:prSet presAssocID="{0FB4E341-B787-4CDB-AD8F-37B0F812DC20}" presName="L2TextContainerWrapper" presStyleCnt="0">
        <dgm:presLayoutVars>
          <dgm:chMax val="0"/>
          <dgm:chPref val="0"/>
          <dgm:bulletEnabled val="1"/>
        </dgm:presLayoutVars>
      </dgm:prSet>
      <dgm:spPr/>
    </dgm:pt>
    <dgm:pt modelId="{E54AAD43-AA84-664F-8A6E-21337964CD7C}" type="pres">
      <dgm:prSet presAssocID="{0FB4E341-B787-4CDB-AD8F-37B0F812DC20}" presName="L2TextContainer" presStyleLbl="bgAccFollowNode1" presStyleIdx="2" presStyleCnt="7"/>
      <dgm:spPr/>
    </dgm:pt>
    <dgm:pt modelId="{D1400414-F0CC-7A4E-9568-6E30660BD033}" type="pres">
      <dgm:prSet presAssocID="{0FB4E341-B787-4CDB-AD8F-37B0F812DC20}" presName="FlexibleEmptyPlaceHolder" presStyleCnt="0"/>
      <dgm:spPr/>
    </dgm:pt>
    <dgm:pt modelId="{716EE400-FC52-814F-A9D5-2CC8A40B568A}" type="pres">
      <dgm:prSet presAssocID="{0FB4E341-B787-4CDB-AD8F-37B0F812DC20}" presName="ConnectLine" presStyleLbl="alignNode1" presStyleIdx="2"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16935949-C3F2-E64E-BB60-C40520E7F5C4}" type="pres">
      <dgm:prSet presAssocID="{0FB4E341-B787-4CDB-AD8F-37B0F812DC20}" presName="ConnectorPoint" presStyleLbl="fgAcc1" presStyleIdx="2" presStyleCnt="7"/>
      <dgm:spPr>
        <a:solidFill>
          <a:schemeClr val="lt1">
            <a:alpha val="90000"/>
            <a:hueOff val="0"/>
            <a:satOff val="0"/>
            <a:lumOff val="0"/>
            <a:alphaOff val="0"/>
          </a:schemeClr>
        </a:solidFill>
        <a:ln w="19050" cap="rnd" cmpd="sng" algn="ctr">
          <a:noFill/>
          <a:prstDash val="solid"/>
        </a:ln>
        <a:effectLst/>
      </dgm:spPr>
    </dgm:pt>
    <dgm:pt modelId="{7593E8D2-AF11-3544-95AA-91461C35EE22}" type="pres">
      <dgm:prSet presAssocID="{0FB4E341-B787-4CDB-AD8F-37B0F812DC20}" presName="EmptyPlaceHolder" presStyleCnt="0"/>
      <dgm:spPr/>
    </dgm:pt>
    <dgm:pt modelId="{9C767C9B-44DD-B649-8DA1-6B4B05D89A65}" type="pres">
      <dgm:prSet presAssocID="{82D8DF65-3D2B-4FC5-B56D-E0EA025AF820}" presName="spaceBetweenRectangles" presStyleCnt="0"/>
      <dgm:spPr/>
    </dgm:pt>
    <dgm:pt modelId="{6C950170-71BF-2C40-A284-79161EB0F096}" type="pres">
      <dgm:prSet presAssocID="{C800BC0C-B1A9-4BFA-904E-939DB128E386}" presName="composite" presStyleCnt="0"/>
      <dgm:spPr/>
    </dgm:pt>
    <dgm:pt modelId="{2724D3A6-D45D-7E41-949B-9BA01453239E}" type="pres">
      <dgm:prSet presAssocID="{C800BC0C-B1A9-4BFA-904E-939DB128E386}" presName="L1TextContainer" presStyleLbl="revTx" presStyleIdx="3" presStyleCnt="7">
        <dgm:presLayoutVars>
          <dgm:chMax val="1"/>
          <dgm:chPref val="1"/>
          <dgm:bulletEnabled val="1"/>
        </dgm:presLayoutVars>
      </dgm:prSet>
      <dgm:spPr/>
    </dgm:pt>
    <dgm:pt modelId="{0FC43682-A33F-F248-872F-4B1CC54DCFA2}" type="pres">
      <dgm:prSet presAssocID="{C800BC0C-B1A9-4BFA-904E-939DB128E386}" presName="L2TextContainerWrapper" presStyleCnt="0">
        <dgm:presLayoutVars>
          <dgm:chMax val="0"/>
          <dgm:chPref val="0"/>
          <dgm:bulletEnabled val="1"/>
        </dgm:presLayoutVars>
      </dgm:prSet>
      <dgm:spPr/>
    </dgm:pt>
    <dgm:pt modelId="{38059506-36F3-814F-9177-8F8D59890A34}" type="pres">
      <dgm:prSet presAssocID="{C800BC0C-B1A9-4BFA-904E-939DB128E386}" presName="L2TextContainer" presStyleLbl="bgAccFollowNode1" presStyleIdx="3" presStyleCnt="7"/>
      <dgm:spPr/>
    </dgm:pt>
    <dgm:pt modelId="{FFFD5C44-1E8E-A04F-8676-EFD373C9D8DA}" type="pres">
      <dgm:prSet presAssocID="{C800BC0C-B1A9-4BFA-904E-939DB128E386}" presName="FlexibleEmptyPlaceHolder" presStyleCnt="0"/>
      <dgm:spPr/>
    </dgm:pt>
    <dgm:pt modelId="{33C9BF94-8574-3248-81FE-4124F63B04A7}" type="pres">
      <dgm:prSet presAssocID="{C800BC0C-B1A9-4BFA-904E-939DB128E386}" presName="ConnectLine" presStyleLbl="alignNode1" presStyleIdx="3"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78482FA2-CBAB-454A-9541-828E6D0D2A53}" type="pres">
      <dgm:prSet presAssocID="{C800BC0C-B1A9-4BFA-904E-939DB128E386}" presName="ConnectorPoint" presStyleLbl="fgAcc1" presStyleIdx="3" presStyleCnt="7"/>
      <dgm:spPr>
        <a:solidFill>
          <a:schemeClr val="lt1">
            <a:alpha val="90000"/>
            <a:hueOff val="0"/>
            <a:satOff val="0"/>
            <a:lumOff val="0"/>
            <a:alphaOff val="0"/>
          </a:schemeClr>
        </a:solidFill>
        <a:ln w="19050" cap="rnd" cmpd="sng" algn="ctr">
          <a:noFill/>
          <a:prstDash val="solid"/>
        </a:ln>
        <a:effectLst/>
      </dgm:spPr>
    </dgm:pt>
    <dgm:pt modelId="{5C92EFFF-5CA3-C245-8297-A00008A2B6AF}" type="pres">
      <dgm:prSet presAssocID="{C800BC0C-B1A9-4BFA-904E-939DB128E386}" presName="EmptyPlaceHolder" presStyleCnt="0"/>
      <dgm:spPr/>
    </dgm:pt>
    <dgm:pt modelId="{499830C6-3A91-D948-ADFA-6F182045EC3E}" type="pres">
      <dgm:prSet presAssocID="{AF401F8F-2E63-4B93-A5FD-47948A7162C2}" presName="spaceBetweenRectangles" presStyleCnt="0"/>
      <dgm:spPr/>
    </dgm:pt>
    <dgm:pt modelId="{60A88E24-A463-1F41-8FA2-D845B995CFA0}" type="pres">
      <dgm:prSet presAssocID="{97126E27-D152-4C4E-94AB-822C7E3E0529}" presName="composite" presStyleCnt="0"/>
      <dgm:spPr/>
    </dgm:pt>
    <dgm:pt modelId="{6D470A15-ABD7-D843-8EF7-DF28735CE38B}" type="pres">
      <dgm:prSet presAssocID="{97126E27-D152-4C4E-94AB-822C7E3E0529}" presName="L1TextContainer" presStyleLbl="revTx" presStyleIdx="4" presStyleCnt="7">
        <dgm:presLayoutVars>
          <dgm:chMax val="1"/>
          <dgm:chPref val="1"/>
          <dgm:bulletEnabled val="1"/>
        </dgm:presLayoutVars>
      </dgm:prSet>
      <dgm:spPr/>
    </dgm:pt>
    <dgm:pt modelId="{85FCC48C-7C64-6047-9923-A99DE514FDD6}" type="pres">
      <dgm:prSet presAssocID="{97126E27-D152-4C4E-94AB-822C7E3E0529}" presName="L2TextContainerWrapper" presStyleCnt="0">
        <dgm:presLayoutVars>
          <dgm:chMax val="0"/>
          <dgm:chPref val="0"/>
          <dgm:bulletEnabled val="1"/>
        </dgm:presLayoutVars>
      </dgm:prSet>
      <dgm:spPr/>
    </dgm:pt>
    <dgm:pt modelId="{FA98F259-6E33-BF4A-B2D4-BFEAE888DCDA}" type="pres">
      <dgm:prSet presAssocID="{97126E27-D152-4C4E-94AB-822C7E3E0529}" presName="L2TextContainer" presStyleLbl="bgAccFollowNode1" presStyleIdx="4" presStyleCnt="7"/>
      <dgm:spPr/>
    </dgm:pt>
    <dgm:pt modelId="{A8A62356-4395-644E-B503-2B9A4811CBE9}" type="pres">
      <dgm:prSet presAssocID="{97126E27-D152-4C4E-94AB-822C7E3E0529}" presName="FlexibleEmptyPlaceHolder" presStyleCnt="0"/>
      <dgm:spPr/>
    </dgm:pt>
    <dgm:pt modelId="{9DDA2CA1-B683-6642-A5DA-E26496AD2CDF}" type="pres">
      <dgm:prSet presAssocID="{97126E27-D152-4C4E-94AB-822C7E3E0529}" presName="ConnectLine" presStyleLbl="alignNode1" presStyleIdx="4"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B7FFE632-D1A7-FF40-BAB8-D701FC95A920}" type="pres">
      <dgm:prSet presAssocID="{97126E27-D152-4C4E-94AB-822C7E3E0529}" presName="ConnectorPoint" presStyleLbl="fgAcc1" presStyleIdx="4" presStyleCnt="7"/>
      <dgm:spPr>
        <a:solidFill>
          <a:schemeClr val="lt1">
            <a:alpha val="90000"/>
            <a:hueOff val="0"/>
            <a:satOff val="0"/>
            <a:lumOff val="0"/>
            <a:alphaOff val="0"/>
          </a:schemeClr>
        </a:solidFill>
        <a:ln w="19050" cap="rnd" cmpd="sng" algn="ctr">
          <a:noFill/>
          <a:prstDash val="solid"/>
        </a:ln>
        <a:effectLst/>
      </dgm:spPr>
    </dgm:pt>
    <dgm:pt modelId="{E42665D6-00B1-1F43-BDC0-032C5E7CD962}" type="pres">
      <dgm:prSet presAssocID="{97126E27-D152-4C4E-94AB-822C7E3E0529}" presName="EmptyPlaceHolder" presStyleCnt="0"/>
      <dgm:spPr/>
    </dgm:pt>
    <dgm:pt modelId="{196F90E1-0896-C349-ABC5-47F0CC96103F}" type="pres">
      <dgm:prSet presAssocID="{4AD91DAE-E6C8-4761-9D9F-D43C34802FB0}" presName="spaceBetweenRectangles" presStyleCnt="0"/>
      <dgm:spPr/>
    </dgm:pt>
    <dgm:pt modelId="{A920B928-51E3-CD41-BC77-217297E07456}" type="pres">
      <dgm:prSet presAssocID="{FA204B69-94B9-492E-B641-47FD2F0B6F09}" presName="composite" presStyleCnt="0"/>
      <dgm:spPr/>
    </dgm:pt>
    <dgm:pt modelId="{980BAECE-98F8-F84F-9AA9-329E62BEA22F}" type="pres">
      <dgm:prSet presAssocID="{FA204B69-94B9-492E-B641-47FD2F0B6F09}" presName="L1TextContainer" presStyleLbl="revTx" presStyleIdx="5" presStyleCnt="7">
        <dgm:presLayoutVars>
          <dgm:chMax val="1"/>
          <dgm:chPref val="1"/>
          <dgm:bulletEnabled val="1"/>
        </dgm:presLayoutVars>
      </dgm:prSet>
      <dgm:spPr/>
    </dgm:pt>
    <dgm:pt modelId="{64E64BF3-6296-3040-A533-7FD30A7AE3E4}" type="pres">
      <dgm:prSet presAssocID="{FA204B69-94B9-492E-B641-47FD2F0B6F09}" presName="L2TextContainerWrapper" presStyleCnt="0">
        <dgm:presLayoutVars>
          <dgm:chMax val="0"/>
          <dgm:chPref val="0"/>
          <dgm:bulletEnabled val="1"/>
        </dgm:presLayoutVars>
      </dgm:prSet>
      <dgm:spPr/>
    </dgm:pt>
    <dgm:pt modelId="{0F07150E-9149-2F4B-A9A8-918031016BDD}" type="pres">
      <dgm:prSet presAssocID="{FA204B69-94B9-492E-B641-47FD2F0B6F09}" presName="L2TextContainer" presStyleLbl="bgAccFollowNode1" presStyleIdx="5" presStyleCnt="7"/>
      <dgm:spPr/>
    </dgm:pt>
    <dgm:pt modelId="{DE03A82C-748C-D148-9EFD-1EDE84AF58C9}" type="pres">
      <dgm:prSet presAssocID="{FA204B69-94B9-492E-B641-47FD2F0B6F09}" presName="FlexibleEmptyPlaceHolder" presStyleCnt="0"/>
      <dgm:spPr/>
    </dgm:pt>
    <dgm:pt modelId="{AA373EE7-8609-5C4D-B3F8-A30A64EDB6C7}" type="pres">
      <dgm:prSet presAssocID="{FA204B69-94B9-492E-B641-47FD2F0B6F09}" presName="ConnectLine" presStyleLbl="alignNode1" presStyleIdx="5"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A43E58EC-1C83-4740-BE16-FA9A9AA4F855}" type="pres">
      <dgm:prSet presAssocID="{FA204B69-94B9-492E-B641-47FD2F0B6F09}" presName="ConnectorPoint" presStyleLbl="fgAcc1" presStyleIdx="5" presStyleCnt="7"/>
      <dgm:spPr>
        <a:solidFill>
          <a:schemeClr val="lt1">
            <a:alpha val="90000"/>
            <a:hueOff val="0"/>
            <a:satOff val="0"/>
            <a:lumOff val="0"/>
            <a:alphaOff val="0"/>
          </a:schemeClr>
        </a:solidFill>
        <a:ln w="19050" cap="rnd" cmpd="sng" algn="ctr">
          <a:noFill/>
          <a:prstDash val="solid"/>
        </a:ln>
        <a:effectLst/>
      </dgm:spPr>
    </dgm:pt>
    <dgm:pt modelId="{52BDA9CF-FB28-CD49-BC6F-5B409A8B217D}" type="pres">
      <dgm:prSet presAssocID="{FA204B69-94B9-492E-B641-47FD2F0B6F09}" presName="EmptyPlaceHolder" presStyleCnt="0"/>
      <dgm:spPr/>
    </dgm:pt>
    <dgm:pt modelId="{95E4443F-271D-AF42-98D5-6181ACE1F93C}" type="pres">
      <dgm:prSet presAssocID="{71F04A41-4ABB-4F33-9FF3-812084C5982A}" presName="spaceBetweenRectangles" presStyleCnt="0"/>
      <dgm:spPr/>
    </dgm:pt>
    <dgm:pt modelId="{C690152F-2ED3-A049-8EAA-68D0B633DBE1}" type="pres">
      <dgm:prSet presAssocID="{FDAE4BC8-62CC-48C8-878E-08B849E70A8E}" presName="composite" presStyleCnt="0"/>
      <dgm:spPr/>
    </dgm:pt>
    <dgm:pt modelId="{F2412AB4-4683-C746-8BC0-391E481A4FBD}" type="pres">
      <dgm:prSet presAssocID="{FDAE4BC8-62CC-48C8-878E-08B849E70A8E}" presName="L1TextContainer" presStyleLbl="revTx" presStyleIdx="6" presStyleCnt="7">
        <dgm:presLayoutVars>
          <dgm:chMax val="1"/>
          <dgm:chPref val="1"/>
          <dgm:bulletEnabled val="1"/>
        </dgm:presLayoutVars>
      </dgm:prSet>
      <dgm:spPr/>
    </dgm:pt>
    <dgm:pt modelId="{3A5BE02D-F762-4A4D-B755-8D56C01892BC}" type="pres">
      <dgm:prSet presAssocID="{FDAE4BC8-62CC-48C8-878E-08B849E70A8E}" presName="L2TextContainerWrapper" presStyleCnt="0">
        <dgm:presLayoutVars>
          <dgm:chMax val="0"/>
          <dgm:chPref val="0"/>
          <dgm:bulletEnabled val="1"/>
        </dgm:presLayoutVars>
      </dgm:prSet>
      <dgm:spPr/>
    </dgm:pt>
    <dgm:pt modelId="{29153FE5-5566-CD43-9C71-0923B2903FDB}" type="pres">
      <dgm:prSet presAssocID="{FDAE4BC8-62CC-48C8-878E-08B849E70A8E}" presName="L2TextContainer" presStyleLbl="bgAccFollowNode1" presStyleIdx="6" presStyleCnt="7"/>
      <dgm:spPr/>
    </dgm:pt>
    <dgm:pt modelId="{78D0ED0E-451E-6748-9B94-B65EFC710678}" type="pres">
      <dgm:prSet presAssocID="{FDAE4BC8-62CC-48C8-878E-08B849E70A8E}" presName="FlexibleEmptyPlaceHolder" presStyleCnt="0"/>
      <dgm:spPr/>
    </dgm:pt>
    <dgm:pt modelId="{09F5DFDF-940C-574F-83B9-D52F5A666A84}" type="pres">
      <dgm:prSet presAssocID="{FDAE4BC8-62CC-48C8-878E-08B849E70A8E}" presName="ConnectLine" presStyleLbl="alignNode1" presStyleIdx="6" presStyleCnt="7"/>
      <dgm:spPr>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gm:spPr>
    </dgm:pt>
    <dgm:pt modelId="{D172BBAF-54CF-E842-A88D-218491D02CBB}" type="pres">
      <dgm:prSet presAssocID="{FDAE4BC8-62CC-48C8-878E-08B849E70A8E}" presName="ConnectorPoint" presStyleLbl="fgAcc1" presStyleIdx="6" presStyleCnt="7"/>
      <dgm:spPr>
        <a:solidFill>
          <a:schemeClr val="lt1">
            <a:alpha val="90000"/>
            <a:hueOff val="0"/>
            <a:satOff val="0"/>
            <a:lumOff val="0"/>
            <a:alphaOff val="0"/>
          </a:schemeClr>
        </a:solidFill>
        <a:ln w="19050" cap="rnd" cmpd="sng" algn="ctr">
          <a:noFill/>
          <a:prstDash val="solid"/>
        </a:ln>
        <a:effectLst/>
      </dgm:spPr>
    </dgm:pt>
    <dgm:pt modelId="{BF85971F-4C98-A54F-B992-978E5D55F2F2}" type="pres">
      <dgm:prSet presAssocID="{FDAE4BC8-62CC-48C8-878E-08B849E70A8E}" presName="EmptyPlaceHolder" presStyleCnt="0"/>
      <dgm:spPr/>
    </dgm:pt>
  </dgm:ptLst>
  <dgm:cxnLst>
    <dgm:cxn modelId="{75E1F201-417B-B843-88B5-8FB879F41BA8}" type="presOf" srcId="{C800BC0C-B1A9-4BFA-904E-939DB128E386}" destId="{2724D3A6-D45D-7E41-949B-9BA01453239E}" srcOrd="0" destOrd="0" presId="urn:microsoft.com/office/officeart/2017/3/layout/HorizontalPathTimeline"/>
    <dgm:cxn modelId="{1C7D850D-E3C1-4BC4-AB02-1EFA9D9319FE}" srcId="{9AA627CC-163C-4E63-8E5B-123227771E07}" destId="{97126E27-D152-4C4E-94AB-822C7E3E0529}" srcOrd="4" destOrd="0" parTransId="{D2830E65-ED36-4E1E-8A2F-5598A0FB0E85}" sibTransId="{4AD91DAE-E6C8-4761-9D9F-D43C34802FB0}"/>
    <dgm:cxn modelId="{D2662F12-53EC-D049-82CF-D1AF6B7559CD}" type="presOf" srcId="{627ADCEB-246B-493F-A4D5-8EBD2F509633}" destId="{0F07150E-9149-2F4B-A9A8-918031016BDD}" srcOrd="0" destOrd="0" presId="urn:microsoft.com/office/officeart/2017/3/layout/HorizontalPathTimeline"/>
    <dgm:cxn modelId="{538BB613-E892-104B-81A9-3BCEE89A0D8A}" type="presOf" srcId="{FDAE4BC8-62CC-48C8-878E-08B849E70A8E}" destId="{F2412AB4-4683-C746-8BC0-391E481A4FBD}" srcOrd="0" destOrd="0" presId="urn:microsoft.com/office/officeart/2017/3/layout/HorizontalPathTimeline"/>
    <dgm:cxn modelId="{18DC2818-D39E-473E-9B29-8DB1D4579018}" srcId="{FA204B69-94B9-492E-B641-47FD2F0B6F09}" destId="{627ADCEB-246B-493F-A4D5-8EBD2F509633}" srcOrd="0" destOrd="0" parTransId="{0D8879AA-1B0F-47E8-A68A-88A6A29C791E}" sibTransId="{DF6B3680-F356-4CBD-8275-4752959CFC98}"/>
    <dgm:cxn modelId="{30442A23-BF70-6341-ACDA-4E8CD2B9177A}" type="presOf" srcId="{B89D87DB-7537-4A60-89B7-8040E0D636FE}" destId="{D763697D-DC15-EC4D-AB69-E3BBD8398533}" srcOrd="0" destOrd="0" presId="urn:microsoft.com/office/officeart/2017/3/layout/HorizontalPathTimeline"/>
    <dgm:cxn modelId="{14488F36-AA01-4B56-A585-C5B99CEB9FA0}" srcId="{97126E27-D152-4C4E-94AB-822C7E3E0529}" destId="{E6EA7081-2004-4C03-B95C-FDFCB14F493E}" srcOrd="0" destOrd="0" parTransId="{BACC5669-FE52-4C99-BF4A-5491F2433595}" sibTransId="{394CF3DC-10A1-4307-9A44-3D6853F77168}"/>
    <dgm:cxn modelId="{BF659841-D360-45B0-B03F-7244BA333DD5}" srcId="{0FB4E341-B787-4CDB-AD8F-37B0F812DC20}" destId="{6F3E1A02-485F-440D-8AB4-F3C303E8B258}" srcOrd="0" destOrd="0" parTransId="{61036B12-94EA-4467-A4D5-40623C4222FA}" sibTransId="{F6269247-F88D-4FD9-83B6-5DCF937A325A}"/>
    <dgm:cxn modelId="{FFE35E52-8501-42BC-9144-907EC4724F52}" srcId="{9AA627CC-163C-4E63-8E5B-123227771E07}" destId="{B89D87DB-7537-4A60-89B7-8040E0D636FE}" srcOrd="0" destOrd="0" parTransId="{D8837B74-751D-4459-BF28-B9B734D629F7}" sibTransId="{712018B7-8746-4E7C-953B-3156458AD1E1}"/>
    <dgm:cxn modelId="{A0D17853-F43F-4E4F-86D6-3B47DDFB0159}" srcId="{9AA627CC-163C-4E63-8E5B-123227771E07}" destId="{FA204B69-94B9-492E-B641-47FD2F0B6F09}" srcOrd="5" destOrd="0" parTransId="{10CEB1E1-8A7D-4C89-9E0A-C58CDB494E7C}" sibTransId="{71F04A41-4ABB-4F33-9FF3-812084C5982A}"/>
    <dgm:cxn modelId="{AEA2345E-2A49-C44F-B285-0AA1D235370E}" type="presOf" srcId="{97126E27-D152-4C4E-94AB-822C7E3E0529}" destId="{6D470A15-ABD7-D843-8EF7-DF28735CE38B}" srcOrd="0" destOrd="0" presId="urn:microsoft.com/office/officeart/2017/3/layout/HorizontalPathTimeline"/>
    <dgm:cxn modelId="{352E9862-5D00-414D-9CA0-4B0C8601AE41}" type="presOf" srcId="{9AA627CC-163C-4E63-8E5B-123227771E07}" destId="{AF00DA83-353A-2747-B46C-23E290BC3E85}" srcOrd="0" destOrd="0" presId="urn:microsoft.com/office/officeart/2017/3/layout/HorizontalPathTimeline"/>
    <dgm:cxn modelId="{571C1565-9D2A-FB43-A98E-E161B41ADAFE}" type="presOf" srcId="{B94FE2F4-8E0B-4C07-92AC-F76ABB82BC0D}" destId="{25203501-FCEC-9248-9AF6-54D0D6331BA4}" srcOrd="0" destOrd="0" presId="urn:microsoft.com/office/officeart/2017/3/layout/HorizontalPathTimeline"/>
    <dgm:cxn modelId="{EF27126F-D989-D440-B190-383D69E0319F}" type="presOf" srcId="{6F3E1A02-485F-440D-8AB4-F3C303E8B258}" destId="{E54AAD43-AA84-664F-8A6E-21337964CD7C}" srcOrd="0" destOrd="0" presId="urn:microsoft.com/office/officeart/2017/3/layout/HorizontalPathTimeline"/>
    <dgm:cxn modelId="{7F2F9272-2DB5-0B46-BA90-6C3BF613822A}" type="presOf" srcId="{FA204B69-94B9-492E-B641-47FD2F0B6F09}" destId="{980BAECE-98F8-F84F-9AA9-329E62BEA22F}" srcOrd="0" destOrd="0" presId="urn:microsoft.com/office/officeart/2017/3/layout/HorizontalPathTimeline"/>
    <dgm:cxn modelId="{F752A77F-E744-428B-911C-095DFF9B5A93}" srcId="{8D8C27C7-C906-45C5-B941-DBB8F55499BF}" destId="{F04DCE48-C045-473F-BA7C-072718BB8BA0}" srcOrd="0" destOrd="0" parTransId="{632A680D-1C18-408F-8AF8-EBC18A94AEED}" sibTransId="{805D27E6-F498-43E1-8DA8-927F395AC808}"/>
    <dgm:cxn modelId="{A165088B-A318-1441-A06F-211868C46350}" type="presOf" srcId="{F04DCE48-C045-473F-BA7C-072718BB8BA0}" destId="{6DDE92F4-51E5-9242-A81A-3D7317891B47}" srcOrd="0" destOrd="0" presId="urn:microsoft.com/office/officeart/2017/3/layout/HorizontalPathTimeline"/>
    <dgm:cxn modelId="{EC154A94-8F93-6F4E-972D-FDD85C2317DB}" type="presOf" srcId="{B046DD11-C2EE-4544-A919-A437FAFB1EF1}" destId="{38059506-36F3-814F-9177-8F8D59890A34}" srcOrd="0" destOrd="0" presId="urn:microsoft.com/office/officeart/2017/3/layout/HorizontalPathTimeline"/>
    <dgm:cxn modelId="{3A792D96-94E8-0E46-A5AF-0FBEE92E24CC}" type="presOf" srcId="{CA3019E9-036F-409D-98E8-857E21B76000}" destId="{29153FE5-5566-CD43-9C71-0923B2903FDB}" srcOrd="0" destOrd="0" presId="urn:microsoft.com/office/officeart/2017/3/layout/HorizontalPathTimeline"/>
    <dgm:cxn modelId="{98046F9A-A0FB-4E91-852E-D8E73822449B}" srcId="{9AA627CC-163C-4E63-8E5B-123227771E07}" destId="{C800BC0C-B1A9-4BFA-904E-939DB128E386}" srcOrd="3" destOrd="0" parTransId="{25BB1A2C-48DD-4CBF-A497-A1314DA09BA4}" sibTransId="{AF401F8F-2E63-4B93-A5FD-47948A7162C2}"/>
    <dgm:cxn modelId="{E1FE30A0-AFC4-4BC1-8F4D-AB5C691D1516}" srcId="{FDAE4BC8-62CC-48C8-878E-08B849E70A8E}" destId="{CA3019E9-036F-409D-98E8-857E21B76000}" srcOrd="0" destOrd="0" parTransId="{91DE68D1-F164-45E2-9525-ADE6D91B0F26}" sibTransId="{99C08FEE-B2D7-45E0-8736-F34E05D9A1FA}"/>
    <dgm:cxn modelId="{2310BEB5-22C8-6C45-AD5D-10C410EB616F}" type="presOf" srcId="{0FB4E341-B787-4CDB-AD8F-37B0F812DC20}" destId="{B413D3B0-D7C0-ED42-80F1-35AFF196FEEE}" srcOrd="0" destOrd="0" presId="urn:microsoft.com/office/officeart/2017/3/layout/HorizontalPathTimeline"/>
    <dgm:cxn modelId="{BB0710C4-1B77-4AB1-801C-471EFB4A9139}" srcId="{B89D87DB-7537-4A60-89B7-8040E0D636FE}" destId="{B94FE2F4-8E0B-4C07-92AC-F76ABB82BC0D}" srcOrd="0" destOrd="0" parTransId="{0B0784AE-96DE-40B6-B1E6-DEA67008ADD9}" sibTransId="{C85BB4BE-EB46-43D7-ABB4-F7EC0018203D}"/>
    <dgm:cxn modelId="{EF13E6E0-0236-47AF-9B58-9C2259280777}" srcId="{9AA627CC-163C-4E63-8E5B-123227771E07}" destId="{8D8C27C7-C906-45C5-B941-DBB8F55499BF}" srcOrd="1" destOrd="0" parTransId="{0F2C9162-12B8-48AF-813D-667F05E99F11}" sibTransId="{9B8E6130-633B-4368-80B6-EC87688C4D1C}"/>
    <dgm:cxn modelId="{685211E9-B2E0-4455-B11A-76A245324CDB}" srcId="{C800BC0C-B1A9-4BFA-904E-939DB128E386}" destId="{B046DD11-C2EE-4544-A919-A437FAFB1EF1}" srcOrd="0" destOrd="0" parTransId="{D2CAF00A-6495-43ED-AA80-34FF90CE0C0A}" sibTransId="{AB1EC90C-938A-4888-B7C6-AE0A2B2D37FE}"/>
    <dgm:cxn modelId="{45E3BDEC-B219-FC46-8CA0-3D44A7AC1294}" type="presOf" srcId="{8D8C27C7-C906-45C5-B941-DBB8F55499BF}" destId="{0C2260BB-A259-4545-8218-8AB7E3D26F2A}" srcOrd="0" destOrd="0" presId="urn:microsoft.com/office/officeart/2017/3/layout/HorizontalPathTimeline"/>
    <dgm:cxn modelId="{0FC001F0-BEB9-634F-AC68-95BC9FB63F8A}" type="presOf" srcId="{E6EA7081-2004-4C03-B95C-FDFCB14F493E}" destId="{FA98F259-6E33-BF4A-B2D4-BFEAE888DCDA}" srcOrd="0" destOrd="0" presId="urn:microsoft.com/office/officeart/2017/3/layout/HorizontalPathTimeline"/>
    <dgm:cxn modelId="{F649DDF3-8F70-4C16-83A8-023FFB7CE8BA}" srcId="{9AA627CC-163C-4E63-8E5B-123227771E07}" destId="{FDAE4BC8-62CC-48C8-878E-08B849E70A8E}" srcOrd="6" destOrd="0" parTransId="{F1705277-826D-4396-8E30-317A9600B785}" sibTransId="{2698DB31-AC9C-4481-907B-4721FA8BA5A4}"/>
    <dgm:cxn modelId="{66251DF7-E268-4D24-A02F-F08F975582B0}" srcId="{9AA627CC-163C-4E63-8E5B-123227771E07}" destId="{0FB4E341-B787-4CDB-AD8F-37B0F812DC20}" srcOrd="2" destOrd="0" parTransId="{92710D74-FBC2-48CA-97A5-C364B76C9AD4}" sibTransId="{82D8DF65-3D2B-4FC5-B56D-E0EA025AF820}"/>
    <dgm:cxn modelId="{3A588A65-D1DC-1A45-A94E-A1009AAC6669}" type="presParOf" srcId="{AF00DA83-353A-2747-B46C-23E290BC3E85}" destId="{04C5B231-6AF9-9341-AF59-215B3B4BFA5C}" srcOrd="0" destOrd="0" presId="urn:microsoft.com/office/officeart/2017/3/layout/HorizontalPathTimeline"/>
    <dgm:cxn modelId="{1778D0CB-F597-BF4D-BB63-767BDF980F5D}" type="presParOf" srcId="{AF00DA83-353A-2747-B46C-23E290BC3E85}" destId="{2DE47976-99A5-4E40-AF58-1D765843171F}" srcOrd="1" destOrd="0" presId="urn:microsoft.com/office/officeart/2017/3/layout/HorizontalPathTimeline"/>
    <dgm:cxn modelId="{AC753E19-1C8D-D743-8198-4438E1B80DC1}" type="presParOf" srcId="{2DE47976-99A5-4E40-AF58-1D765843171F}" destId="{74BFF125-BCB0-3840-9A96-D05B40EF2279}" srcOrd="0" destOrd="0" presId="urn:microsoft.com/office/officeart/2017/3/layout/HorizontalPathTimeline"/>
    <dgm:cxn modelId="{56572D85-E0FB-9C41-B758-9969DECFE053}" type="presParOf" srcId="{74BFF125-BCB0-3840-9A96-D05B40EF2279}" destId="{D763697D-DC15-EC4D-AB69-E3BBD8398533}" srcOrd="0" destOrd="0" presId="urn:microsoft.com/office/officeart/2017/3/layout/HorizontalPathTimeline"/>
    <dgm:cxn modelId="{F38CE9A6-F067-0F4C-827E-5E225EBC0CB3}" type="presParOf" srcId="{74BFF125-BCB0-3840-9A96-D05B40EF2279}" destId="{1F125849-410C-6546-B022-B7C7AC3E969E}" srcOrd="1" destOrd="0" presId="urn:microsoft.com/office/officeart/2017/3/layout/HorizontalPathTimeline"/>
    <dgm:cxn modelId="{E632C832-D36D-1247-868D-37A998CF86D3}" type="presParOf" srcId="{1F125849-410C-6546-B022-B7C7AC3E969E}" destId="{25203501-FCEC-9248-9AF6-54D0D6331BA4}" srcOrd="0" destOrd="0" presId="urn:microsoft.com/office/officeart/2017/3/layout/HorizontalPathTimeline"/>
    <dgm:cxn modelId="{0DE23EA6-F0A6-FB4E-ABCA-7482D530D722}" type="presParOf" srcId="{1F125849-410C-6546-B022-B7C7AC3E969E}" destId="{1D49ABC2-CDC7-B84F-9E8A-3826F3F6EA84}" srcOrd="1" destOrd="0" presId="urn:microsoft.com/office/officeart/2017/3/layout/HorizontalPathTimeline"/>
    <dgm:cxn modelId="{05BA95ED-6B85-6241-8782-9D99688E731D}" type="presParOf" srcId="{74BFF125-BCB0-3840-9A96-D05B40EF2279}" destId="{0A50EA56-E939-4140-9BBF-5F26A18FDB54}" srcOrd="2" destOrd="0" presId="urn:microsoft.com/office/officeart/2017/3/layout/HorizontalPathTimeline"/>
    <dgm:cxn modelId="{6DDFD763-1FD8-784F-8400-E5FA32F54D73}" type="presParOf" srcId="{74BFF125-BCB0-3840-9A96-D05B40EF2279}" destId="{A0E8E33C-7D9D-D149-8EB6-26029EB3441D}" srcOrd="3" destOrd="0" presId="urn:microsoft.com/office/officeart/2017/3/layout/HorizontalPathTimeline"/>
    <dgm:cxn modelId="{4367AEEF-6325-8744-9CC2-120CFB485157}" type="presParOf" srcId="{74BFF125-BCB0-3840-9A96-D05B40EF2279}" destId="{34C90C1D-3516-2846-A0BF-297AB369B306}" srcOrd="4" destOrd="0" presId="urn:microsoft.com/office/officeart/2017/3/layout/HorizontalPathTimeline"/>
    <dgm:cxn modelId="{8CE8283E-6B47-514E-BA64-5F4095E2A3CA}" type="presParOf" srcId="{2DE47976-99A5-4E40-AF58-1D765843171F}" destId="{3013FC42-3427-954E-BBBE-3A03FD71F071}" srcOrd="1" destOrd="0" presId="urn:microsoft.com/office/officeart/2017/3/layout/HorizontalPathTimeline"/>
    <dgm:cxn modelId="{BF631483-65CB-A24D-AAD9-5604A37D8CAB}" type="presParOf" srcId="{2DE47976-99A5-4E40-AF58-1D765843171F}" destId="{4E2BDB8C-BD2D-0644-9497-AB1776510582}" srcOrd="2" destOrd="0" presId="urn:microsoft.com/office/officeart/2017/3/layout/HorizontalPathTimeline"/>
    <dgm:cxn modelId="{43A89B9C-47A2-F84A-A153-BF697543B16C}" type="presParOf" srcId="{4E2BDB8C-BD2D-0644-9497-AB1776510582}" destId="{0C2260BB-A259-4545-8218-8AB7E3D26F2A}" srcOrd="0" destOrd="0" presId="urn:microsoft.com/office/officeart/2017/3/layout/HorizontalPathTimeline"/>
    <dgm:cxn modelId="{3D62E23F-DB47-5E41-AD73-E2BC0FC2D69C}" type="presParOf" srcId="{4E2BDB8C-BD2D-0644-9497-AB1776510582}" destId="{C29ED8A5-2DC5-6647-8D13-B01130C09786}" srcOrd="1" destOrd="0" presId="urn:microsoft.com/office/officeart/2017/3/layout/HorizontalPathTimeline"/>
    <dgm:cxn modelId="{F7AD15A6-CB59-0140-95D5-AFACBD2A351A}" type="presParOf" srcId="{C29ED8A5-2DC5-6647-8D13-B01130C09786}" destId="{6DDE92F4-51E5-9242-A81A-3D7317891B47}" srcOrd="0" destOrd="0" presId="urn:microsoft.com/office/officeart/2017/3/layout/HorizontalPathTimeline"/>
    <dgm:cxn modelId="{D52047E6-E3AF-704A-ADAB-A0D7443D567B}" type="presParOf" srcId="{C29ED8A5-2DC5-6647-8D13-B01130C09786}" destId="{21EB9248-5996-D84C-97ED-5B3777FC7668}" srcOrd="1" destOrd="0" presId="urn:microsoft.com/office/officeart/2017/3/layout/HorizontalPathTimeline"/>
    <dgm:cxn modelId="{C55AD39E-1A28-5249-A92D-36519FB8C79F}" type="presParOf" srcId="{4E2BDB8C-BD2D-0644-9497-AB1776510582}" destId="{D768A9F2-26CF-B742-942E-BB238C68D87A}" srcOrd="2" destOrd="0" presId="urn:microsoft.com/office/officeart/2017/3/layout/HorizontalPathTimeline"/>
    <dgm:cxn modelId="{C8C2F0AC-8276-494A-9B9C-1140DFC0927E}" type="presParOf" srcId="{4E2BDB8C-BD2D-0644-9497-AB1776510582}" destId="{76598BEA-F0B1-1343-BC88-AEA750CD3921}" srcOrd="3" destOrd="0" presId="urn:microsoft.com/office/officeart/2017/3/layout/HorizontalPathTimeline"/>
    <dgm:cxn modelId="{97D53D9F-84C0-1F47-940E-46C490CA692E}" type="presParOf" srcId="{4E2BDB8C-BD2D-0644-9497-AB1776510582}" destId="{100EE59D-AD4F-2E42-867F-DB1019D4CEF8}" srcOrd="4" destOrd="0" presId="urn:microsoft.com/office/officeart/2017/3/layout/HorizontalPathTimeline"/>
    <dgm:cxn modelId="{D259BD7F-1CD6-9746-AB7C-470DF4233FDE}" type="presParOf" srcId="{2DE47976-99A5-4E40-AF58-1D765843171F}" destId="{B910C46E-2836-6C4B-B5FB-990F4C5427B9}" srcOrd="3" destOrd="0" presId="urn:microsoft.com/office/officeart/2017/3/layout/HorizontalPathTimeline"/>
    <dgm:cxn modelId="{FF52206D-372C-C745-A9AB-0AFE170AA8E7}" type="presParOf" srcId="{2DE47976-99A5-4E40-AF58-1D765843171F}" destId="{B88498D0-CCDD-6343-B29E-C3AB7F5D029F}" srcOrd="4" destOrd="0" presId="urn:microsoft.com/office/officeart/2017/3/layout/HorizontalPathTimeline"/>
    <dgm:cxn modelId="{4D98B7D8-2F89-024B-813B-C9C79D30E85A}" type="presParOf" srcId="{B88498D0-CCDD-6343-B29E-C3AB7F5D029F}" destId="{B413D3B0-D7C0-ED42-80F1-35AFF196FEEE}" srcOrd="0" destOrd="0" presId="urn:microsoft.com/office/officeart/2017/3/layout/HorizontalPathTimeline"/>
    <dgm:cxn modelId="{E85CB8F1-7182-704E-8D68-1A374397EEF3}" type="presParOf" srcId="{B88498D0-CCDD-6343-B29E-C3AB7F5D029F}" destId="{8832544B-B7DA-1E42-9E4F-F7EB92DCF147}" srcOrd="1" destOrd="0" presId="urn:microsoft.com/office/officeart/2017/3/layout/HorizontalPathTimeline"/>
    <dgm:cxn modelId="{22A645A2-0054-6446-9988-8C0E3E78C79E}" type="presParOf" srcId="{8832544B-B7DA-1E42-9E4F-F7EB92DCF147}" destId="{E54AAD43-AA84-664F-8A6E-21337964CD7C}" srcOrd="0" destOrd="0" presId="urn:microsoft.com/office/officeart/2017/3/layout/HorizontalPathTimeline"/>
    <dgm:cxn modelId="{1AE22601-CC10-9A42-A40A-E5513482C16C}" type="presParOf" srcId="{8832544B-B7DA-1E42-9E4F-F7EB92DCF147}" destId="{D1400414-F0CC-7A4E-9568-6E30660BD033}" srcOrd="1" destOrd="0" presId="urn:microsoft.com/office/officeart/2017/3/layout/HorizontalPathTimeline"/>
    <dgm:cxn modelId="{7191B4F2-34EF-6E47-87A6-B1C464D36FAC}" type="presParOf" srcId="{B88498D0-CCDD-6343-B29E-C3AB7F5D029F}" destId="{716EE400-FC52-814F-A9D5-2CC8A40B568A}" srcOrd="2" destOrd="0" presId="urn:microsoft.com/office/officeart/2017/3/layout/HorizontalPathTimeline"/>
    <dgm:cxn modelId="{6039B32C-DCC1-1A42-A557-CA05C7B9B8B7}" type="presParOf" srcId="{B88498D0-CCDD-6343-B29E-C3AB7F5D029F}" destId="{16935949-C3F2-E64E-BB60-C40520E7F5C4}" srcOrd="3" destOrd="0" presId="urn:microsoft.com/office/officeart/2017/3/layout/HorizontalPathTimeline"/>
    <dgm:cxn modelId="{B53E1E1F-E0B3-EF41-9A6F-E412034285CD}" type="presParOf" srcId="{B88498D0-CCDD-6343-B29E-C3AB7F5D029F}" destId="{7593E8D2-AF11-3544-95AA-91461C35EE22}" srcOrd="4" destOrd="0" presId="urn:microsoft.com/office/officeart/2017/3/layout/HorizontalPathTimeline"/>
    <dgm:cxn modelId="{0253C6F0-CA38-4846-9539-5DBE6EE6BF4C}" type="presParOf" srcId="{2DE47976-99A5-4E40-AF58-1D765843171F}" destId="{9C767C9B-44DD-B649-8DA1-6B4B05D89A65}" srcOrd="5" destOrd="0" presId="urn:microsoft.com/office/officeart/2017/3/layout/HorizontalPathTimeline"/>
    <dgm:cxn modelId="{B3582E6D-3ED4-E545-A5DE-A1F1EBBAE9D9}" type="presParOf" srcId="{2DE47976-99A5-4E40-AF58-1D765843171F}" destId="{6C950170-71BF-2C40-A284-79161EB0F096}" srcOrd="6" destOrd="0" presId="urn:microsoft.com/office/officeart/2017/3/layout/HorizontalPathTimeline"/>
    <dgm:cxn modelId="{A8ADF6FD-8A8F-0B4F-8411-67F9FF99819E}" type="presParOf" srcId="{6C950170-71BF-2C40-A284-79161EB0F096}" destId="{2724D3A6-D45D-7E41-949B-9BA01453239E}" srcOrd="0" destOrd="0" presId="urn:microsoft.com/office/officeart/2017/3/layout/HorizontalPathTimeline"/>
    <dgm:cxn modelId="{CF606159-8BAF-0A4A-A2FC-8BB3E157BA26}" type="presParOf" srcId="{6C950170-71BF-2C40-A284-79161EB0F096}" destId="{0FC43682-A33F-F248-872F-4B1CC54DCFA2}" srcOrd="1" destOrd="0" presId="urn:microsoft.com/office/officeart/2017/3/layout/HorizontalPathTimeline"/>
    <dgm:cxn modelId="{C4EA207C-78E5-8246-9B80-5B7156DC1373}" type="presParOf" srcId="{0FC43682-A33F-F248-872F-4B1CC54DCFA2}" destId="{38059506-36F3-814F-9177-8F8D59890A34}" srcOrd="0" destOrd="0" presId="urn:microsoft.com/office/officeart/2017/3/layout/HorizontalPathTimeline"/>
    <dgm:cxn modelId="{CC520CA9-87BB-BB43-84C0-C36FA703BADF}" type="presParOf" srcId="{0FC43682-A33F-F248-872F-4B1CC54DCFA2}" destId="{FFFD5C44-1E8E-A04F-8676-EFD373C9D8DA}" srcOrd="1" destOrd="0" presId="urn:microsoft.com/office/officeart/2017/3/layout/HorizontalPathTimeline"/>
    <dgm:cxn modelId="{1E64056D-B3D5-B843-9698-A78DEFF67CF3}" type="presParOf" srcId="{6C950170-71BF-2C40-A284-79161EB0F096}" destId="{33C9BF94-8574-3248-81FE-4124F63B04A7}" srcOrd="2" destOrd="0" presId="urn:microsoft.com/office/officeart/2017/3/layout/HorizontalPathTimeline"/>
    <dgm:cxn modelId="{B9C831F7-4652-7645-BD09-5ACDA3DCB918}" type="presParOf" srcId="{6C950170-71BF-2C40-A284-79161EB0F096}" destId="{78482FA2-CBAB-454A-9541-828E6D0D2A53}" srcOrd="3" destOrd="0" presId="urn:microsoft.com/office/officeart/2017/3/layout/HorizontalPathTimeline"/>
    <dgm:cxn modelId="{03614DB9-9483-D941-B08C-E006CF2D8285}" type="presParOf" srcId="{6C950170-71BF-2C40-A284-79161EB0F096}" destId="{5C92EFFF-5CA3-C245-8297-A00008A2B6AF}" srcOrd="4" destOrd="0" presId="urn:microsoft.com/office/officeart/2017/3/layout/HorizontalPathTimeline"/>
    <dgm:cxn modelId="{C46A8E3C-5FBD-484B-B59B-7F44A853F7C7}" type="presParOf" srcId="{2DE47976-99A5-4E40-AF58-1D765843171F}" destId="{499830C6-3A91-D948-ADFA-6F182045EC3E}" srcOrd="7" destOrd="0" presId="urn:microsoft.com/office/officeart/2017/3/layout/HorizontalPathTimeline"/>
    <dgm:cxn modelId="{E9967B6C-192E-494E-BFC0-DF8D42C61C1D}" type="presParOf" srcId="{2DE47976-99A5-4E40-AF58-1D765843171F}" destId="{60A88E24-A463-1F41-8FA2-D845B995CFA0}" srcOrd="8" destOrd="0" presId="urn:microsoft.com/office/officeart/2017/3/layout/HorizontalPathTimeline"/>
    <dgm:cxn modelId="{B8B7E05C-E305-0543-9D41-1A24E0B0B68A}" type="presParOf" srcId="{60A88E24-A463-1F41-8FA2-D845B995CFA0}" destId="{6D470A15-ABD7-D843-8EF7-DF28735CE38B}" srcOrd="0" destOrd="0" presId="urn:microsoft.com/office/officeart/2017/3/layout/HorizontalPathTimeline"/>
    <dgm:cxn modelId="{EC1948A8-5941-7F41-A120-F85541963E37}" type="presParOf" srcId="{60A88E24-A463-1F41-8FA2-D845B995CFA0}" destId="{85FCC48C-7C64-6047-9923-A99DE514FDD6}" srcOrd="1" destOrd="0" presId="urn:microsoft.com/office/officeart/2017/3/layout/HorizontalPathTimeline"/>
    <dgm:cxn modelId="{B3F9A554-DE96-1C44-9019-FDCB5379415B}" type="presParOf" srcId="{85FCC48C-7C64-6047-9923-A99DE514FDD6}" destId="{FA98F259-6E33-BF4A-B2D4-BFEAE888DCDA}" srcOrd="0" destOrd="0" presId="urn:microsoft.com/office/officeart/2017/3/layout/HorizontalPathTimeline"/>
    <dgm:cxn modelId="{66DBD79F-3D8F-F745-A4AF-955B263C22F9}" type="presParOf" srcId="{85FCC48C-7C64-6047-9923-A99DE514FDD6}" destId="{A8A62356-4395-644E-B503-2B9A4811CBE9}" srcOrd="1" destOrd="0" presId="urn:microsoft.com/office/officeart/2017/3/layout/HorizontalPathTimeline"/>
    <dgm:cxn modelId="{9A397E8E-E0C2-4740-A064-0B68980FA63F}" type="presParOf" srcId="{60A88E24-A463-1F41-8FA2-D845B995CFA0}" destId="{9DDA2CA1-B683-6642-A5DA-E26496AD2CDF}" srcOrd="2" destOrd="0" presId="urn:microsoft.com/office/officeart/2017/3/layout/HorizontalPathTimeline"/>
    <dgm:cxn modelId="{5E620F4A-D57B-6A4D-8BA1-09863F4E7FFE}" type="presParOf" srcId="{60A88E24-A463-1F41-8FA2-D845B995CFA0}" destId="{B7FFE632-D1A7-FF40-BAB8-D701FC95A920}" srcOrd="3" destOrd="0" presId="urn:microsoft.com/office/officeart/2017/3/layout/HorizontalPathTimeline"/>
    <dgm:cxn modelId="{149ABDC5-E650-4541-A49D-7CFD43EB1732}" type="presParOf" srcId="{60A88E24-A463-1F41-8FA2-D845B995CFA0}" destId="{E42665D6-00B1-1F43-BDC0-032C5E7CD962}" srcOrd="4" destOrd="0" presId="urn:microsoft.com/office/officeart/2017/3/layout/HorizontalPathTimeline"/>
    <dgm:cxn modelId="{892D94C5-C25C-4B4B-9FD5-54B019D3053E}" type="presParOf" srcId="{2DE47976-99A5-4E40-AF58-1D765843171F}" destId="{196F90E1-0896-C349-ABC5-47F0CC96103F}" srcOrd="9" destOrd="0" presId="urn:microsoft.com/office/officeart/2017/3/layout/HorizontalPathTimeline"/>
    <dgm:cxn modelId="{44CE85F0-ECD1-5044-8482-F516B0403175}" type="presParOf" srcId="{2DE47976-99A5-4E40-AF58-1D765843171F}" destId="{A920B928-51E3-CD41-BC77-217297E07456}" srcOrd="10" destOrd="0" presId="urn:microsoft.com/office/officeart/2017/3/layout/HorizontalPathTimeline"/>
    <dgm:cxn modelId="{1FC47859-1D31-BC4D-9028-BD163EF525FB}" type="presParOf" srcId="{A920B928-51E3-CD41-BC77-217297E07456}" destId="{980BAECE-98F8-F84F-9AA9-329E62BEA22F}" srcOrd="0" destOrd="0" presId="urn:microsoft.com/office/officeart/2017/3/layout/HorizontalPathTimeline"/>
    <dgm:cxn modelId="{00AE5473-3FDE-6E47-954E-653B12E11BB0}" type="presParOf" srcId="{A920B928-51E3-CD41-BC77-217297E07456}" destId="{64E64BF3-6296-3040-A533-7FD30A7AE3E4}" srcOrd="1" destOrd="0" presId="urn:microsoft.com/office/officeart/2017/3/layout/HorizontalPathTimeline"/>
    <dgm:cxn modelId="{D4489858-42C7-A341-8E47-5F79A5496842}" type="presParOf" srcId="{64E64BF3-6296-3040-A533-7FD30A7AE3E4}" destId="{0F07150E-9149-2F4B-A9A8-918031016BDD}" srcOrd="0" destOrd="0" presId="urn:microsoft.com/office/officeart/2017/3/layout/HorizontalPathTimeline"/>
    <dgm:cxn modelId="{6640A82D-0B62-614D-948F-76BC7268CBB9}" type="presParOf" srcId="{64E64BF3-6296-3040-A533-7FD30A7AE3E4}" destId="{DE03A82C-748C-D148-9EFD-1EDE84AF58C9}" srcOrd="1" destOrd="0" presId="urn:microsoft.com/office/officeart/2017/3/layout/HorizontalPathTimeline"/>
    <dgm:cxn modelId="{81747B0C-D9C3-834A-B506-043B740BB689}" type="presParOf" srcId="{A920B928-51E3-CD41-BC77-217297E07456}" destId="{AA373EE7-8609-5C4D-B3F8-A30A64EDB6C7}" srcOrd="2" destOrd="0" presId="urn:microsoft.com/office/officeart/2017/3/layout/HorizontalPathTimeline"/>
    <dgm:cxn modelId="{B8BABFE3-FA1F-274E-AFBE-98FB6DB869AE}" type="presParOf" srcId="{A920B928-51E3-CD41-BC77-217297E07456}" destId="{A43E58EC-1C83-4740-BE16-FA9A9AA4F855}" srcOrd="3" destOrd="0" presId="urn:microsoft.com/office/officeart/2017/3/layout/HorizontalPathTimeline"/>
    <dgm:cxn modelId="{9FC8DBF3-123C-6943-95CC-2A11FB6F64FF}" type="presParOf" srcId="{A920B928-51E3-CD41-BC77-217297E07456}" destId="{52BDA9CF-FB28-CD49-BC6F-5B409A8B217D}" srcOrd="4" destOrd="0" presId="urn:microsoft.com/office/officeart/2017/3/layout/HorizontalPathTimeline"/>
    <dgm:cxn modelId="{07DAB095-6578-EB41-9637-91DE62D058CC}" type="presParOf" srcId="{2DE47976-99A5-4E40-AF58-1D765843171F}" destId="{95E4443F-271D-AF42-98D5-6181ACE1F93C}" srcOrd="11" destOrd="0" presId="urn:microsoft.com/office/officeart/2017/3/layout/HorizontalPathTimeline"/>
    <dgm:cxn modelId="{F9BDA756-40C1-D744-9441-305414C040BC}" type="presParOf" srcId="{2DE47976-99A5-4E40-AF58-1D765843171F}" destId="{C690152F-2ED3-A049-8EAA-68D0B633DBE1}" srcOrd="12" destOrd="0" presId="urn:microsoft.com/office/officeart/2017/3/layout/HorizontalPathTimeline"/>
    <dgm:cxn modelId="{5BDCF88C-A0D1-8944-BCBF-D07C46F5B9AD}" type="presParOf" srcId="{C690152F-2ED3-A049-8EAA-68D0B633DBE1}" destId="{F2412AB4-4683-C746-8BC0-391E481A4FBD}" srcOrd="0" destOrd="0" presId="urn:microsoft.com/office/officeart/2017/3/layout/HorizontalPathTimeline"/>
    <dgm:cxn modelId="{ABB3D0B7-3856-C949-8D7E-3B7AB00F42AE}" type="presParOf" srcId="{C690152F-2ED3-A049-8EAA-68D0B633DBE1}" destId="{3A5BE02D-F762-4A4D-B755-8D56C01892BC}" srcOrd="1" destOrd="0" presId="urn:microsoft.com/office/officeart/2017/3/layout/HorizontalPathTimeline"/>
    <dgm:cxn modelId="{70C8D740-392F-5742-9E7C-8D14A8C21CE4}" type="presParOf" srcId="{3A5BE02D-F762-4A4D-B755-8D56C01892BC}" destId="{29153FE5-5566-CD43-9C71-0923B2903FDB}" srcOrd="0" destOrd="0" presId="urn:microsoft.com/office/officeart/2017/3/layout/HorizontalPathTimeline"/>
    <dgm:cxn modelId="{CC465C73-89EF-2F48-8B55-51D6B480FD68}" type="presParOf" srcId="{3A5BE02D-F762-4A4D-B755-8D56C01892BC}" destId="{78D0ED0E-451E-6748-9B94-B65EFC710678}" srcOrd="1" destOrd="0" presId="urn:microsoft.com/office/officeart/2017/3/layout/HorizontalPathTimeline"/>
    <dgm:cxn modelId="{50007048-A8EB-8C44-A6CB-FDF2FEE3B7B5}" type="presParOf" srcId="{C690152F-2ED3-A049-8EAA-68D0B633DBE1}" destId="{09F5DFDF-940C-574F-83B9-D52F5A666A84}" srcOrd="2" destOrd="0" presId="urn:microsoft.com/office/officeart/2017/3/layout/HorizontalPathTimeline"/>
    <dgm:cxn modelId="{A892CE2A-B21E-6F46-A2CD-DE70F56C92B1}" type="presParOf" srcId="{C690152F-2ED3-A049-8EAA-68D0B633DBE1}" destId="{D172BBAF-54CF-E842-A88D-218491D02CBB}" srcOrd="3" destOrd="0" presId="urn:microsoft.com/office/officeart/2017/3/layout/HorizontalPathTimeline"/>
    <dgm:cxn modelId="{EA9F1587-DDBE-8544-9E2B-A54775009F80}" type="presParOf" srcId="{C690152F-2ED3-A049-8EAA-68D0B633DBE1}" destId="{BF85971F-4C98-A54F-B992-978E5D55F2F2}"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C2951C-E28F-4F8B-8D8D-1381F752ACBE}" type="doc">
      <dgm:prSet loTypeId="urn:microsoft.com/office/officeart/2017/3/layout/HorizontalPathTimeline" loCatId="process" qsTypeId="urn:microsoft.com/office/officeart/2005/8/quickstyle/simple1" qsCatId="simple" csTypeId="urn:microsoft.com/office/officeart/2005/8/colors/accent1_2" csCatId="accent1" phldr="1"/>
      <dgm:spPr/>
      <dgm:t>
        <a:bodyPr/>
        <a:lstStyle/>
        <a:p>
          <a:endParaRPr lang="en-US"/>
        </a:p>
      </dgm:t>
    </dgm:pt>
    <dgm:pt modelId="{6637521C-D62A-4CE2-A4C2-3AF49E7DA773}">
      <dgm:prSet/>
      <dgm:spPr/>
      <dgm:t>
        <a:bodyPr/>
        <a:lstStyle/>
        <a:p>
          <a:pPr>
            <a:defRPr b="1"/>
          </a:pPr>
          <a:r>
            <a:rPr lang="en-US"/>
            <a:t>Feb. 2017</a:t>
          </a:r>
        </a:p>
      </dgm:t>
    </dgm:pt>
    <dgm:pt modelId="{9635D184-38A3-4504-AF5A-3C4846BDED61}" type="parTrans" cxnId="{53DD348E-8F0B-44B1-91C2-56B466441E02}">
      <dgm:prSet/>
      <dgm:spPr/>
      <dgm:t>
        <a:bodyPr/>
        <a:lstStyle/>
        <a:p>
          <a:endParaRPr lang="en-US"/>
        </a:p>
      </dgm:t>
    </dgm:pt>
    <dgm:pt modelId="{311715B4-F02F-40AF-A18A-AC5C428A04C6}" type="sibTrans" cxnId="{53DD348E-8F0B-44B1-91C2-56B466441E02}">
      <dgm:prSet/>
      <dgm:spPr/>
      <dgm:t>
        <a:bodyPr/>
        <a:lstStyle/>
        <a:p>
          <a:endParaRPr lang="en-US"/>
        </a:p>
      </dgm:t>
    </dgm:pt>
    <dgm:pt modelId="{478EBAEE-F388-486B-ACED-DCF5439C53C8}">
      <dgm:prSet/>
      <dgm:spPr/>
      <dgm:t>
        <a:bodyPr/>
        <a:lstStyle/>
        <a:p>
          <a:r>
            <a:rPr lang="en-US"/>
            <a:t>Waymo files lawsuit: trade secret misappropriation, patent infringement, unfair competition</a:t>
          </a:r>
        </a:p>
      </dgm:t>
    </dgm:pt>
    <dgm:pt modelId="{3EDABCA8-6D2E-4B91-BB39-41D6A62523C6}" type="parTrans" cxnId="{BE6B0DB3-55BD-4AB8-BD06-FDB245CC091F}">
      <dgm:prSet/>
      <dgm:spPr/>
      <dgm:t>
        <a:bodyPr/>
        <a:lstStyle/>
        <a:p>
          <a:endParaRPr lang="en-US"/>
        </a:p>
      </dgm:t>
    </dgm:pt>
    <dgm:pt modelId="{5BD29B75-5855-4844-BE4A-28CD678EAF4C}" type="sibTrans" cxnId="{BE6B0DB3-55BD-4AB8-BD06-FDB245CC091F}">
      <dgm:prSet/>
      <dgm:spPr/>
      <dgm:t>
        <a:bodyPr/>
        <a:lstStyle/>
        <a:p>
          <a:endParaRPr lang="en-US"/>
        </a:p>
      </dgm:t>
    </dgm:pt>
    <dgm:pt modelId="{1F99654C-ACAC-497A-8038-E179E143C793}">
      <dgm:prSet/>
      <dgm:spPr/>
      <dgm:t>
        <a:bodyPr/>
        <a:lstStyle/>
        <a:p>
          <a:pPr>
            <a:defRPr b="1"/>
          </a:pPr>
          <a:r>
            <a:rPr lang="en-US"/>
            <a:t>Apr. 2017</a:t>
          </a:r>
        </a:p>
      </dgm:t>
    </dgm:pt>
    <dgm:pt modelId="{5FE03631-47F8-4D90-B8A0-F3BFAE404100}" type="parTrans" cxnId="{F172721F-BED3-4882-A4E7-1300DC129082}">
      <dgm:prSet/>
      <dgm:spPr/>
      <dgm:t>
        <a:bodyPr/>
        <a:lstStyle/>
        <a:p>
          <a:endParaRPr lang="en-US"/>
        </a:p>
      </dgm:t>
    </dgm:pt>
    <dgm:pt modelId="{BB687531-AA80-4A32-9CFD-0D91F772A961}" type="sibTrans" cxnId="{F172721F-BED3-4882-A4E7-1300DC129082}">
      <dgm:prSet/>
      <dgm:spPr/>
      <dgm:t>
        <a:bodyPr/>
        <a:lstStyle/>
        <a:p>
          <a:endParaRPr lang="en-US"/>
        </a:p>
      </dgm:t>
    </dgm:pt>
    <dgm:pt modelId="{3E542E08-0772-4131-91F3-0605663BB3E9}">
      <dgm:prSet/>
      <dgm:spPr/>
      <dgm:t>
        <a:bodyPr/>
        <a:lstStyle/>
        <a:p>
          <a:r>
            <a:rPr lang="en-US"/>
            <a:t>Levandowski invokes Fifth Amendment, refuses to testify</a:t>
          </a:r>
        </a:p>
      </dgm:t>
    </dgm:pt>
    <dgm:pt modelId="{0DE3EB76-394B-4566-9BCB-6DA0A5523148}" type="parTrans" cxnId="{70FDF3A0-C15E-48D7-9137-82C32662F379}">
      <dgm:prSet/>
      <dgm:spPr/>
      <dgm:t>
        <a:bodyPr/>
        <a:lstStyle/>
        <a:p>
          <a:endParaRPr lang="en-US"/>
        </a:p>
      </dgm:t>
    </dgm:pt>
    <dgm:pt modelId="{FAF9DAB1-51E7-497D-804B-F5E52006366F}" type="sibTrans" cxnId="{70FDF3A0-C15E-48D7-9137-82C32662F379}">
      <dgm:prSet/>
      <dgm:spPr/>
      <dgm:t>
        <a:bodyPr/>
        <a:lstStyle/>
        <a:p>
          <a:endParaRPr lang="en-US"/>
        </a:p>
      </dgm:t>
    </dgm:pt>
    <dgm:pt modelId="{4CF880C8-05B2-44A3-A0AF-213E513B636D}">
      <dgm:prSet/>
      <dgm:spPr/>
      <dgm:t>
        <a:bodyPr/>
        <a:lstStyle/>
        <a:p>
          <a:pPr>
            <a:defRPr b="1"/>
          </a:pPr>
          <a:r>
            <a:rPr lang="en-US"/>
            <a:t>May 2017</a:t>
          </a:r>
        </a:p>
      </dgm:t>
    </dgm:pt>
    <dgm:pt modelId="{F34CAB9B-C34D-41AD-A5F8-27AA3D1CD5E0}" type="parTrans" cxnId="{4996A318-4FAB-42E8-BEEF-EF6F914B743E}">
      <dgm:prSet/>
      <dgm:spPr/>
      <dgm:t>
        <a:bodyPr/>
        <a:lstStyle/>
        <a:p>
          <a:endParaRPr lang="en-US"/>
        </a:p>
      </dgm:t>
    </dgm:pt>
    <dgm:pt modelId="{8A4DF898-F6F7-401F-8C0A-2FF1D0BF9F1E}" type="sibTrans" cxnId="{4996A318-4FAB-42E8-BEEF-EF6F914B743E}">
      <dgm:prSet/>
      <dgm:spPr/>
      <dgm:t>
        <a:bodyPr/>
        <a:lstStyle/>
        <a:p>
          <a:endParaRPr lang="en-US"/>
        </a:p>
      </dgm:t>
    </dgm:pt>
    <dgm:pt modelId="{E796CD4C-79B2-4876-93AD-9483E56988F4}">
      <dgm:prSet/>
      <dgm:spPr/>
      <dgm:t>
        <a:bodyPr/>
        <a:lstStyle/>
        <a:p>
          <a:r>
            <a:rPr lang="en-US"/>
            <a:t>Judge Alsup grants limited preliminary injunction against Uber</a:t>
          </a:r>
        </a:p>
      </dgm:t>
    </dgm:pt>
    <dgm:pt modelId="{8AEB3A3F-7DBD-4841-9988-7CADEA7A634D}" type="parTrans" cxnId="{BB289A58-E6B7-4F2F-A525-344F665414DC}">
      <dgm:prSet/>
      <dgm:spPr/>
      <dgm:t>
        <a:bodyPr/>
        <a:lstStyle/>
        <a:p>
          <a:endParaRPr lang="en-US"/>
        </a:p>
      </dgm:t>
    </dgm:pt>
    <dgm:pt modelId="{C17152AF-2A1F-4FB2-967D-23CEEE436E46}" type="sibTrans" cxnId="{BB289A58-E6B7-4F2F-A525-344F665414DC}">
      <dgm:prSet/>
      <dgm:spPr/>
      <dgm:t>
        <a:bodyPr/>
        <a:lstStyle/>
        <a:p>
          <a:endParaRPr lang="en-US"/>
        </a:p>
      </dgm:t>
    </dgm:pt>
    <dgm:pt modelId="{A4C6C75E-FEA0-45BE-BF18-580490C87679}">
      <dgm:prSet/>
      <dgm:spPr/>
      <dgm:t>
        <a:bodyPr/>
        <a:lstStyle/>
        <a:p>
          <a:pPr>
            <a:defRPr b="1"/>
          </a:pPr>
          <a:r>
            <a:rPr lang="en-US"/>
            <a:t>May 2017</a:t>
          </a:r>
        </a:p>
      </dgm:t>
    </dgm:pt>
    <dgm:pt modelId="{B3ECA581-4B14-4957-B825-C5FEFB8A8765}" type="parTrans" cxnId="{F3DAAEEF-E4C9-4F99-88C6-5206D14E2288}">
      <dgm:prSet/>
      <dgm:spPr/>
      <dgm:t>
        <a:bodyPr/>
        <a:lstStyle/>
        <a:p>
          <a:endParaRPr lang="en-US"/>
        </a:p>
      </dgm:t>
    </dgm:pt>
    <dgm:pt modelId="{4CBED9D5-3357-41A2-9D0F-BADB4BCA33DA}" type="sibTrans" cxnId="{F3DAAEEF-E4C9-4F99-88C6-5206D14E2288}">
      <dgm:prSet/>
      <dgm:spPr/>
      <dgm:t>
        <a:bodyPr/>
        <a:lstStyle/>
        <a:p>
          <a:endParaRPr lang="en-US"/>
        </a:p>
      </dgm:t>
    </dgm:pt>
    <dgm:pt modelId="{3096D1C6-FD7C-4F64-BD84-DC0279E26CCC}">
      <dgm:prSet/>
      <dgm:spPr/>
      <dgm:t>
        <a:bodyPr/>
        <a:lstStyle/>
        <a:p>
          <a:r>
            <a:rPr lang="en-US"/>
            <a:t>Judge refers case to U.S. Department of Justice for criminal investigation</a:t>
          </a:r>
        </a:p>
      </dgm:t>
    </dgm:pt>
    <dgm:pt modelId="{DA723AE4-A26F-4155-A4E8-A6C98397C491}" type="parTrans" cxnId="{07B809CF-6A38-40C4-B0C8-5D9C35301CF8}">
      <dgm:prSet/>
      <dgm:spPr/>
      <dgm:t>
        <a:bodyPr/>
        <a:lstStyle/>
        <a:p>
          <a:endParaRPr lang="en-US"/>
        </a:p>
      </dgm:t>
    </dgm:pt>
    <dgm:pt modelId="{A7D1ADA3-97E6-40A3-9217-9D269D30BBD9}" type="sibTrans" cxnId="{07B809CF-6A38-40C4-B0C8-5D9C35301CF8}">
      <dgm:prSet/>
      <dgm:spPr/>
      <dgm:t>
        <a:bodyPr/>
        <a:lstStyle/>
        <a:p>
          <a:endParaRPr lang="en-US"/>
        </a:p>
      </dgm:t>
    </dgm:pt>
    <dgm:pt modelId="{45A0793A-5027-45FB-AE36-CB68DC6BA2AF}">
      <dgm:prSet/>
      <dgm:spPr/>
      <dgm:t>
        <a:bodyPr/>
        <a:lstStyle/>
        <a:p>
          <a:pPr>
            <a:defRPr b="1"/>
          </a:pPr>
          <a:r>
            <a:rPr lang="en-US"/>
            <a:t>Sep. 2017</a:t>
          </a:r>
        </a:p>
      </dgm:t>
    </dgm:pt>
    <dgm:pt modelId="{D570A686-FCA1-401E-89FF-CF534A8026A9}" type="parTrans" cxnId="{DF8DCDA2-D8F2-4AD5-A158-EDCEA7326791}">
      <dgm:prSet/>
      <dgm:spPr/>
      <dgm:t>
        <a:bodyPr/>
        <a:lstStyle/>
        <a:p>
          <a:endParaRPr lang="en-US"/>
        </a:p>
      </dgm:t>
    </dgm:pt>
    <dgm:pt modelId="{412FC25F-9D5F-4E40-A1DD-4670E0B523F6}" type="sibTrans" cxnId="{DF8DCDA2-D8F2-4AD5-A158-EDCEA7326791}">
      <dgm:prSet/>
      <dgm:spPr/>
      <dgm:t>
        <a:bodyPr/>
        <a:lstStyle/>
        <a:p>
          <a:endParaRPr lang="en-US"/>
        </a:p>
      </dgm:t>
    </dgm:pt>
    <dgm:pt modelId="{DEBE9447-5B5D-40AB-8ED9-F83DD0ECF642}">
      <dgm:prSet/>
      <dgm:spPr/>
      <dgm:t>
        <a:bodyPr/>
        <a:lstStyle/>
        <a:p>
          <a:r>
            <a:rPr lang="en-US"/>
            <a:t>Judge denies Uber's motion to move case to arbitration</a:t>
          </a:r>
        </a:p>
      </dgm:t>
    </dgm:pt>
    <dgm:pt modelId="{B7A04888-C190-472E-AC1B-73CAD2609D5F}" type="parTrans" cxnId="{257A4B19-30F0-45DA-82F7-F54B64D749F1}">
      <dgm:prSet/>
      <dgm:spPr/>
      <dgm:t>
        <a:bodyPr/>
        <a:lstStyle/>
        <a:p>
          <a:endParaRPr lang="en-US"/>
        </a:p>
      </dgm:t>
    </dgm:pt>
    <dgm:pt modelId="{0438AE0C-74DB-4AF4-8700-EA5DFA173842}" type="sibTrans" cxnId="{257A4B19-30F0-45DA-82F7-F54B64D749F1}">
      <dgm:prSet/>
      <dgm:spPr/>
      <dgm:t>
        <a:bodyPr/>
        <a:lstStyle/>
        <a:p>
          <a:endParaRPr lang="en-US"/>
        </a:p>
      </dgm:t>
    </dgm:pt>
    <dgm:pt modelId="{84C429A8-BE0E-4364-B2E0-BCBB2C458387}">
      <dgm:prSet/>
      <dgm:spPr/>
      <dgm:t>
        <a:bodyPr/>
        <a:lstStyle/>
        <a:p>
          <a:pPr>
            <a:defRPr b="1"/>
          </a:pPr>
          <a:r>
            <a:rPr lang="en-US"/>
            <a:t>Feb. 2018</a:t>
          </a:r>
        </a:p>
      </dgm:t>
    </dgm:pt>
    <dgm:pt modelId="{78638724-8863-407C-AE50-3B2BECE83860}" type="parTrans" cxnId="{96776835-DD1B-4012-A854-5CAD3773C77B}">
      <dgm:prSet/>
      <dgm:spPr/>
      <dgm:t>
        <a:bodyPr/>
        <a:lstStyle/>
        <a:p>
          <a:endParaRPr lang="en-US"/>
        </a:p>
      </dgm:t>
    </dgm:pt>
    <dgm:pt modelId="{C1955EA4-B122-4BFE-B3EC-F6B82690F999}" type="sibTrans" cxnId="{96776835-DD1B-4012-A854-5CAD3773C77B}">
      <dgm:prSet/>
      <dgm:spPr/>
      <dgm:t>
        <a:bodyPr/>
        <a:lstStyle/>
        <a:p>
          <a:endParaRPr lang="en-US"/>
        </a:p>
      </dgm:t>
    </dgm:pt>
    <dgm:pt modelId="{5B2FDCD9-D4B1-4A8B-88A0-30B30AF473B9}">
      <dgm:prSet/>
      <dgm:spPr/>
      <dgm:t>
        <a:bodyPr/>
        <a:lstStyle/>
        <a:p>
          <a:r>
            <a:rPr lang="en-US"/>
            <a:t>Settlement reached mid-trial — Uber pays $245M in equity</a:t>
          </a:r>
        </a:p>
      </dgm:t>
    </dgm:pt>
    <dgm:pt modelId="{93AB4BF0-94DB-4961-B261-F891D4D75BCA}" type="parTrans" cxnId="{7241D974-A015-4990-B9B8-700C7E52E267}">
      <dgm:prSet/>
      <dgm:spPr/>
      <dgm:t>
        <a:bodyPr/>
        <a:lstStyle/>
        <a:p>
          <a:endParaRPr lang="en-US"/>
        </a:p>
      </dgm:t>
    </dgm:pt>
    <dgm:pt modelId="{7086DB1D-9C76-44BC-A111-2EDB7539CCDD}" type="sibTrans" cxnId="{7241D974-A015-4990-B9B8-700C7E52E267}">
      <dgm:prSet/>
      <dgm:spPr/>
      <dgm:t>
        <a:bodyPr/>
        <a:lstStyle/>
        <a:p>
          <a:endParaRPr lang="en-US"/>
        </a:p>
      </dgm:t>
    </dgm:pt>
    <dgm:pt modelId="{E88311DC-74FA-9A47-9DCC-9D1396D8D03C}" type="pres">
      <dgm:prSet presAssocID="{A6C2951C-E28F-4F8B-8D8D-1381F752ACBE}" presName="root" presStyleCnt="0">
        <dgm:presLayoutVars>
          <dgm:chMax/>
          <dgm:chPref/>
          <dgm:animLvl val="lvl"/>
        </dgm:presLayoutVars>
      </dgm:prSet>
      <dgm:spPr/>
    </dgm:pt>
    <dgm:pt modelId="{061CD8E8-7969-E54D-9C11-AAFD3B9638C4}" type="pres">
      <dgm:prSet presAssocID="{A6C2951C-E28F-4F8B-8D8D-1381F752ACBE}" presName="divider" presStyleLbl="node1" presStyleIdx="0" presStyleCnt="1"/>
      <dgm:spPr/>
    </dgm:pt>
    <dgm:pt modelId="{C3D3EA42-413E-3345-B065-852860870DE3}" type="pres">
      <dgm:prSet presAssocID="{A6C2951C-E28F-4F8B-8D8D-1381F752ACBE}" presName="nodes" presStyleCnt="0">
        <dgm:presLayoutVars>
          <dgm:chMax/>
          <dgm:chPref/>
          <dgm:animLvl val="lvl"/>
        </dgm:presLayoutVars>
      </dgm:prSet>
      <dgm:spPr/>
    </dgm:pt>
    <dgm:pt modelId="{A3F1E55C-B42E-834D-B209-304FA7A61EC2}" type="pres">
      <dgm:prSet presAssocID="{6637521C-D62A-4CE2-A4C2-3AF49E7DA773}" presName="composite" presStyleCnt="0"/>
      <dgm:spPr/>
    </dgm:pt>
    <dgm:pt modelId="{FE2B6135-217A-5849-85D1-F1E448B413EB}" type="pres">
      <dgm:prSet presAssocID="{6637521C-D62A-4CE2-A4C2-3AF49E7DA773}" presName="L1TextContainer" presStyleLbl="revTx" presStyleIdx="0" presStyleCnt="6">
        <dgm:presLayoutVars>
          <dgm:chMax val="1"/>
          <dgm:chPref val="1"/>
          <dgm:bulletEnabled val="1"/>
        </dgm:presLayoutVars>
      </dgm:prSet>
      <dgm:spPr/>
    </dgm:pt>
    <dgm:pt modelId="{5E5DC8FF-701A-EA45-B9CD-C15DD5215908}" type="pres">
      <dgm:prSet presAssocID="{6637521C-D62A-4CE2-A4C2-3AF49E7DA773}" presName="L2TextContainerWrapper" presStyleCnt="0">
        <dgm:presLayoutVars>
          <dgm:chMax val="0"/>
          <dgm:chPref val="0"/>
          <dgm:bulletEnabled val="1"/>
        </dgm:presLayoutVars>
      </dgm:prSet>
      <dgm:spPr/>
    </dgm:pt>
    <dgm:pt modelId="{3BCD98F9-AB7E-2045-BD13-9EBBD8F11AB4}" type="pres">
      <dgm:prSet presAssocID="{6637521C-D62A-4CE2-A4C2-3AF49E7DA773}" presName="L2TextContainer" presStyleLbl="bgAccFollowNode1" presStyleIdx="0" presStyleCnt="6"/>
      <dgm:spPr/>
    </dgm:pt>
    <dgm:pt modelId="{C041927B-9DE5-1347-B64E-96C6D566C3FA}" type="pres">
      <dgm:prSet presAssocID="{6637521C-D62A-4CE2-A4C2-3AF49E7DA773}" presName="FlexibleEmptyPlaceHolder" presStyleCnt="0"/>
      <dgm:spPr/>
    </dgm:pt>
    <dgm:pt modelId="{CDD18868-C97E-FA40-AE4F-8A02E9379237}" type="pres">
      <dgm:prSet presAssocID="{6637521C-D62A-4CE2-A4C2-3AF49E7DA773}" presName="ConnectLine" presStyleLbl="alignNode1" presStyleIdx="0" presStyleCnt="6"/>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80C68AF0-43FE-214B-A6E0-4EA768758E77}" type="pres">
      <dgm:prSet presAssocID="{6637521C-D62A-4CE2-A4C2-3AF49E7DA773}" presName="ConnectorPoint" presStyleLbl="fgAcc1" presStyleIdx="0" presStyleCnt="6"/>
      <dgm:spPr>
        <a:solidFill>
          <a:schemeClr val="lt1">
            <a:alpha val="90000"/>
            <a:hueOff val="0"/>
            <a:satOff val="0"/>
            <a:lumOff val="0"/>
            <a:alphaOff val="0"/>
          </a:schemeClr>
        </a:solidFill>
        <a:ln w="19050" cap="rnd" cmpd="sng" algn="ctr">
          <a:noFill/>
          <a:prstDash val="solid"/>
        </a:ln>
        <a:effectLst/>
      </dgm:spPr>
    </dgm:pt>
    <dgm:pt modelId="{F75AB865-4802-BA4D-A2C8-C378A4C6A868}" type="pres">
      <dgm:prSet presAssocID="{6637521C-D62A-4CE2-A4C2-3AF49E7DA773}" presName="EmptyPlaceHolder" presStyleCnt="0"/>
      <dgm:spPr/>
    </dgm:pt>
    <dgm:pt modelId="{1B1102B4-574D-E246-89F6-1ABA0AFBF644}" type="pres">
      <dgm:prSet presAssocID="{311715B4-F02F-40AF-A18A-AC5C428A04C6}" presName="spaceBetweenRectangles" presStyleCnt="0"/>
      <dgm:spPr/>
    </dgm:pt>
    <dgm:pt modelId="{030B98E0-6620-7947-85C2-42AF3E2E67DB}" type="pres">
      <dgm:prSet presAssocID="{1F99654C-ACAC-497A-8038-E179E143C793}" presName="composite" presStyleCnt="0"/>
      <dgm:spPr/>
    </dgm:pt>
    <dgm:pt modelId="{957C0194-211D-8747-BAC2-0ADC2383CFCD}" type="pres">
      <dgm:prSet presAssocID="{1F99654C-ACAC-497A-8038-E179E143C793}" presName="L1TextContainer" presStyleLbl="revTx" presStyleIdx="1" presStyleCnt="6">
        <dgm:presLayoutVars>
          <dgm:chMax val="1"/>
          <dgm:chPref val="1"/>
          <dgm:bulletEnabled val="1"/>
        </dgm:presLayoutVars>
      </dgm:prSet>
      <dgm:spPr/>
    </dgm:pt>
    <dgm:pt modelId="{56606AF7-AEF4-7146-BD2F-6D5D14CA7116}" type="pres">
      <dgm:prSet presAssocID="{1F99654C-ACAC-497A-8038-E179E143C793}" presName="L2TextContainerWrapper" presStyleCnt="0">
        <dgm:presLayoutVars>
          <dgm:chMax val="0"/>
          <dgm:chPref val="0"/>
          <dgm:bulletEnabled val="1"/>
        </dgm:presLayoutVars>
      </dgm:prSet>
      <dgm:spPr/>
    </dgm:pt>
    <dgm:pt modelId="{05F74D56-592D-D74E-B466-A5AEE0CCFB86}" type="pres">
      <dgm:prSet presAssocID="{1F99654C-ACAC-497A-8038-E179E143C793}" presName="L2TextContainer" presStyleLbl="bgAccFollowNode1" presStyleIdx="1" presStyleCnt="6"/>
      <dgm:spPr/>
    </dgm:pt>
    <dgm:pt modelId="{001E8C7E-6982-164E-8BBD-907B34CECD8B}" type="pres">
      <dgm:prSet presAssocID="{1F99654C-ACAC-497A-8038-E179E143C793}" presName="FlexibleEmptyPlaceHolder" presStyleCnt="0"/>
      <dgm:spPr/>
    </dgm:pt>
    <dgm:pt modelId="{41663F41-2CED-074E-811E-F3AA02A804B2}" type="pres">
      <dgm:prSet presAssocID="{1F99654C-ACAC-497A-8038-E179E143C793}" presName="ConnectLine" presStyleLbl="alignNode1" presStyleIdx="1" presStyleCnt="6"/>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656C0D2C-84EA-CC4D-9C74-A82EF4CB667D}" type="pres">
      <dgm:prSet presAssocID="{1F99654C-ACAC-497A-8038-E179E143C793}" presName="ConnectorPoint" presStyleLbl="fgAcc1" presStyleIdx="1" presStyleCnt="6"/>
      <dgm:spPr>
        <a:solidFill>
          <a:schemeClr val="lt1">
            <a:alpha val="90000"/>
            <a:hueOff val="0"/>
            <a:satOff val="0"/>
            <a:lumOff val="0"/>
            <a:alphaOff val="0"/>
          </a:schemeClr>
        </a:solidFill>
        <a:ln w="19050" cap="rnd" cmpd="sng" algn="ctr">
          <a:noFill/>
          <a:prstDash val="solid"/>
        </a:ln>
        <a:effectLst/>
      </dgm:spPr>
    </dgm:pt>
    <dgm:pt modelId="{6113068E-7717-CF41-AC8B-61339EE5F935}" type="pres">
      <dgm:prSet presAssocID="{1F99654C-ACAC-497A-8038-E179E143C793}" presName="EmptyPlaceHolder" presStyleCnt="0"/>
      <dgm:spPr/>
    </dgm:pt>
    <dgm:pt modelId="{D7FB579C-74AF-D547-BC88-371A35F6F65C}" type="pres">
      <dgm:prSet presAssocID="{BB687531-AA80-4A32-9CFD-0D91F772A961}" presName="spaceBetweenRectangles" presStyleCnt="0"/>
      <dgm:spPr/>
    </dgm:pt>
    <dgm:pt modelId="{F16A3838-1F4C-FC4F-A6B5-FDCE07946192}" type="pres">
      <dgm:prSet presAssocID="{4CF880C8-05B2-44A3-A0AF-213E513B636D}" presName="composite" presStyleCnt="0"/>
      <dgm:spPr/>
    </dgm:pt>
    <dgm:pt modelId="{50EF1302-05E8-2648-9AAA-581322CA7D0C}" type="pres">
      <dgm:prSet presAssocID="{4CF880C8-05B2-44A3-A0AF-213E513B636D}" presName="L1TextContainer" presStyleLbl="revTx" presStyleIdx="2" presStyleCnt="6">
        <dgm:presLayoutVars>
          <dgm:chMax val="1"/>
          <dgm:chPref val="1"/>
          <dgm:bulletEnabled val="1"/>
        </dgm:presLayoutVars>
      </dgm:prSet>
      <dgm:spPr/>
    </dgm:pt>
    <dgm:pt modelId="{12BA5D40-1306-1C41-A24F-077AA7A34F42}" type="pres">
      <dgm:prSet presAssocID="{4CF880C8-05B2-44A3-A0AF-213E513B636D}" presName="L2TextContainerWrapper" presStyleCnt="0">
        <dgm:presLayoutVars>
          <dgm:chMax val="0"/>
          <dgm:chPref val="0"/>
          <dgm:bulletEnabled val="1"/>
        </dgm:presLayoutVars>
      </dgm:prSet>
      <dgm:spPr/>
    </dgm:pt>
    <dgm:pt modelId="{3278A940-3F63-9D41-B603-0DC8C5AA9EC9}" type="pres">
      <dgm:prSet presAssocID="{4CF880C8-05B2-44A3-A0AF-213E513B636D}" presName="L2TextContainer" presStyleLbl="bgAccFollowNode1" presStyleIdx="2" presStyleCnt="6"/>
      <dgm:spPr/>
    </dgm:pt>
    <dgm:pt modelId="{61C3549F-1B19-C94C-9BA3-DB4DE1EB7F76}" type="pres">
      <dgm:prSet presAssocID="{4CF880C8-05B2-44A3-A0AF-213E513B636D}" presName="FlexibleEmptyPlaceHolder" presStyleCnt="0"/>
      <dgm:spPr/>
    </dgm:pt>
    <dgm:pt modelId="{142F35CF-C13D-6C4D-99B3-C849C84E9FFE}" type="pres">
      <dgm:prSet presAssocID="{4CF880C8-05B2-44A3-A0AF-213E513B636D}" presName="ConnectLine" presStyleLbl="alignNode1" presStyleIdx="2" presStyleCnt="6"/>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ED6CBB0B-9070-A14E-858F-E90CB316CC3B}" type="pres">
      <dgm:prSet presAssocID="{4CF880C8-05B2-44A3-A0AF-213E513B636D}" presName="ConnectorPoint" presStyleLbl="fgAcc1" presStyleIdx="2" presStyleCnt="6"/>
      <dgm:spPr>
        <a:solidFill>
          <a:schemeClr val="lt1">
            <a:alpha val="90000"/>
            <a:hueOff val="0"/>
            <a:satOff val="0"/>
            <a:lumOff val="0"/>
            <a:alphaOff val="0"/>
          </a:schemeClr>
        </a:solidFill>
        <a:ln w="19050" cap="rnd" cmpd="sng" algn="ctr">
          <a:noFill/>
          <a:prstDash val="solid"/>
        </a:ln>
        <a:effectLst/>
      </dgm:spPr>
    </dgm:pt>
    <dgm:pt modelId="{071F279E-D4C8-F549-BDA6-708F5852FE72}" type="pres">
      <dgm:prSet presAssocID="{4CF880C8-05B2-44A3-A0AF-213E513B636D}" presName="EmptyPlaceHolder" presStyleCnt="0"/>
      <dgm:spPr/>
    </dgm:pt>
    <dgm:pt modelId="{722B048F-3E1B-C846-AD0B-23751BFF9C94}" type="pres">
      <dgm:prSet presAssocID="{8A4DF898-F6F7-401F-8C0A-2FF1D0BF9F1E}" presName="spaceBetweenRectangles" presStyleCnt="0"/>
      <dgm:spPr/>
    </dgm:pt>
    <dgm:pt modelId="{B0089BCD-17AB-E746-BC0C-C34029C3219C}" type="pres">
      <dgm:prSet presAssocID="{A4C6C75E-FEA0-45BE-BF18-580490C87679}" presName="composite" presStyleCnt="0"/>
      <dgm:spPr/>
    </dgm:pt>
    <dgm:pt modelId="{3B72E5E6-B30D-864E-A2AC-C8512FF03A96}" type="pres">
      <dgm:prSet presAssocID="{A4C6C75E-FEA0-45BE-BF18-580490C87679}" presName="L1TextContainer" presStyleLbl="revTx" presStyleIdx="3" presStyleCnt="6">
        <dgm:presLayoutVars>
          <dgm:chMax val="1"/>
          <dgm:chPref val="1"/>
          <dgm:bulletEnabled val="1"/>
        </dgm:presLayoutVars>
      </dgm:prSet>
      <dgm:spPr/>
    </dgm:pt>
    <dgm:pt modelId="{842C6DEC-ECB3-BE48-85A6-564AE11A8E34}" type="pres">
      <dgm:prSet presAssocID="{A4C6C75E-FEA0-45BE-BF18-580490C87679}" presName="L2TextContainerWrapper" presStyleCnt="0">
        <dgm:presLayoutVars>
          <dgm:chMax val="0"/>
          <dgm:chPref val="0"/>
          <dgm:bulletEnabled val="1"/>
        </dgm:presLayoutVars>
      </dgm:prSet>
      <dgm:spPr/>
    </dgm:pt>
    <dgm:pt modelId="{3B56E4A2-5B89-414F-B95A-731063FF0184}" type="pres">
      <dgm:prSet presAssocID="{A4C6C75E-FEA0-45BE-BF18-580490C87679}" presName="L2TextContainer" presStyleLbl="bgAccFollowNode1" presStyleIdx="3" presStyleCnt="6"/>
      <dgm:spPr/>
    </dgm:pt>
    <dgm:pt modelId="{39F4E6F9-270E-9740-9C78-9454695C06C8}" type="pres">
      <dgm:prSet presAssocID="{A4C6C75E-FEA0-45BE-BF18-580490C87679}" presName="FlexibleEmptyPlaceHolder" presStyleCnt="0"/>
      <dgm:spPr/>
    </dgm:pt>
    <dgm:pt modelId="{58069CE9-8809-A341-A207-1AF97ACDFC73}" type="pres">
      <dgm:prSet presAssocID="{A4C6C75E-FEA0-45BE-BF18-580490C87679}" presName="ConnectLine" presStyleLbl="alignNode1" presStyleIdx="3" presStyleCnt="6"/>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801BA3DE-B417-8141-8F11-D3C953E1A0F7}" type="pres">
      <dgm:prSet presAssocID="{A4C6C75E-FEA0-45BE-BF18-580490C87679}" presName="ConnectorPoint" presStyleLbl="fgAcc1" presStyleIdx="3" presStyleCnt="6"/>
      <dgm:spPr>
        <a:solidFill>
          <a:schemeClr val="lt1">
            <a:alpha val="90000"/>
            <a:hueOff val="0"/>
            <a:satOff val="0"/>
            <a:lumOff val="0"/>
            <a:alphaOff val="0"/>
          </a:schemeClr>
        </a:solidFill>
        <a:ln w="19050" cap="rnd" cmpd="sng" algn="ctr">
          <a:noFill/>
          <a:prstDash val="solid"/>
        </a:ln>
        <a:effectLst/>
      </dgm:spPr>
    </dgm:pt>
    <dgm:pt modelId="{F81CC8D7-8008-7E4A-88E5-88AE7F7F137F}" type="pres">
      <dgm:prSet presAssocID="{A4C6C75E-FEA0-45BE-BF18-580490C87679}" presName="EmptyPlaceHolder" presStyleCnt="0"/>
      <dgm:spPr/>
    </dgm:pt>
    <dgm:pt modelId="{8333D029-58D4-8448-ACFC-EC616E216BEA}" type="pres">
      <dgm:prSet presAssocID="{4CBED9D5-3357-41A2-9D0F-BADB4BCA33DA}" presName="spaceBetweenRectangles" presStyleCnt="0"/>
      <dgm:spPr/>
    </dgm:pt>
    <dgm:pt modelId="{6A0C22B7-CC02-3C4C-B5DA-1CED304E13DA}" type="pres">
      <dgm:prSet presAssocID="{45A0793A-5027-45FB-AE36-CB68DC6BA2AF}" presName="composite" presStyleCnt="0"/>
      <dgm:spPr/>
    </dgm:pt>
    <dgm:pt modelId="{A4E3911E-067C-564D-91F3-1B9396F5A592}" type="pres">
      <dgm:prSet presAssocID="{45A0793A-5027-45FB-AE36-CB68DC6BA2AF}" presName="L1TextContainer" presStyleLbl="revTx" presStyleIdx="4" presStyleCnt="6">
        <dgm:presLayoutVars>
          <dgm:chMax val="1"/>
          <dgm:chPref val="1"/>
          <dgm:bulletEnabled val="1"/>
        </dgm:presLayoutVars>
      </dgm:prSet>
      <dgm:spPr/>
    </dgm:pt>
    <dgm:pt modelId="{FE857735-1ABE-FF48-8D1E-503B930360F1}" type="pres">
      <dgm:prSet presAssocID="{45A0793A-5027-45FB-AE36-CB68DC6BA2AF}" presName="L2TextContainerWrapper" presStyleCnt="0">
        <dgm:presLayoutVars>
          <dgm:chMax val="0"/>
          <dgm:chPref val="0"/>
          <dgm:bulletEnabled val="1"/>
        </dgm:presLayoutVars>
      </dgm:prSet>
      <dgm:spPr/>
    </dgm:pt>
    <dgm:pt modelId="{D9EEA8BF-41C5-4D41-9816-EF15C52F75A6}" type="pres">
      <dgm:prSet presAssocID="{45A0793A-5027-45FB-AE36-CB68DC6BA2AF}" presName="L2TextContainer" presStyleLbl="bgAccFollowNode1" presStyleIdx="4" presStyleCnt="6"/>
      <dgm:spPr/>
    </dgm:pt>
    <dgm:pt modelId="{94479749-FACD-2348-A1A0-5783D7DB6211}" type="pres">
      <dgm:prSet presAssocID="{45A0793A-5027-45FB-AE36-CB68DC6BA2AF}" presName="FlexibleEmptyPlaceHolder" presStyleCnt="0"/>
      <dgm:spPr/>
    </dgm:pt>
    <dgm:pt modelId="{F37BD71B-95C1-CF42-B176-5A4C2805E35C}" type="pres">
      <dgm:prSet presAssocID="{45A0793A-5027-45FB-AE36-CB68DC6BA2AF}" presName="ConnectLine" presStyleLbl="alignNode1" presStyleIdx="4" presStyleCnt="6"/>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65322CB7-262E-114C-9381-99248B8AF788}" type="pres">
      <dgm:prSet presAssocID="{45A0793A-5027-45FB-AE36-CB68DC6BA2AF}" presName="ConnectorPoint" presStyleLbl="fgAcc1" presStyleIdx="4" presStyleCnt="6"/>
      <dgm:spPr>
        <a:solidFill>
          <a:schemeClr val="lt1">
            <a:alpha val="90000"/>
            <a:hueOff val="0"/>
            <a:satOff val="0"/>
            <a:lumOff val="0"/>
            <a:alphaOff val="0"/>
          </a:schemeClr>
        </a:solidFill>
        <a:ln w="19050" cap="rnd" cmpd="sng" algn="ctr">
          <a:noFill/>
          <a:prstDash val="solid"/>
        </a:ln>
        <a:effectLst/>
      </dgm:spPr>
    </dgm:pt>
    <dgm:pt modelId="{032FB8A0-9D7F-9D49-8D18-DE675BA325F2}" type="pres">
      <dgm:prSet presAssocID="{45A0793A-5027-45FB-AE36-CB68DC6BA2AF}" presName="EmptyPlaceHolder" presStyleCnt="0"/>
      <dgm:spPr/>
    </dgm:pt>
    <dgm:pt modelId="{E03E98D6-F44B-7144-85F5-C12E4357B4E0}" type="pres">
      <dgm:prSet presAssocID="{412FC25F-9D5F-4E40-A1DD-4670E0B523F6}" presName="spaceBetweenRectangles" presStyleCnt="0"/>
      <dgm:spPr/>
    </dgm:pt>
    <dgm:pt modelId="{29E0198A-5022-6A4A-892C-1B1ECC037AA1}" type="pres">
      <dgm:prSet presAssocID="{84C429A8-BE0E-4364-B2E0-BCBB2C458387}" presName="composite" presStyleCnt="0"/>
      <dgm:spPr/>
    </dgm:pt>
    <dgm:pt modelId="{4D4A2495-8978-F84C-BA12-FF09510BB4C8}" type="pres">
      <dgm:prSet presAssocID="{84C429A8-BE0E-4364-B2E0-BCBB2C458387}" presName="L1TextContainer" presStyleLbl="revTx" presStyleIdx="5" presStyleCnt="6">
        <dgm:presLayoutVars>
          <dgm:chMax val="1"/>
          <dgm:chPref val="1"/>
          <dgm:bulletEnabled val="1"/>
        </dgm:presLayoutVars>
      </dgm:prSet>
      <dgm:spPr/>
    </dgm:pt>
    <dgm:pt modelId="{2F3C0012-F69C-E844-8A81-E469F8C6099A}" type="pres">
      <dgm:prSet presAssocID="{84C429A8-BE0E-4364-B2E0-BCBB2C458387}" presName="L2TextContainerWrapper" presStyleCnt="0">
        <dgm:presLayoutVars>
          <dgm:chMax val="0"/>
          <dgm:chPref val="0"/>
          <dgm:bulletEnabled val="1"/>
        </dgm:presLayoutVars>
      </dgm:prSet>
      <dgm:spPr/>
    </dgm:pt>
    <dgm:pt modelId="{BBC606B6-87C0-A74D-8602-C63B9FEA1A94}" type="pres">
      <dgm:prSet presAssocID="{84C429A8-BE0E-4364-B2E0-BCBB2C458387}" presName="L2TextContainer" presStyleLbl="bgAccFollowNode1" presStyleIdx="5" presStyleCnt="6"/>
      <dgm:spPr/>
    </dgm:pt>
    <dgm:pt modelId="{2A6A772E-8663-8546-BE0F-EA1A6A494769}" type="pres">
      <dgm:prSet presAssocID="{84C429A8-BE0E-4364-B2E0-BCBB2C458387}" presName="FlexibleEmptyPlaceHolder" presStyleCnt="0"/>
      <dgm:spPr/>
    </dgm:pt>
    <dgm:pt modelId="{E9366AB3-A072-8942-A120-301FA6AAB364}" type="pres">
      <dgm:prSet presAssocID="{84C429A8-BE0E-4364-B2E0-BCBB2C458387}" presName="ConnectLine" presStyleLbl="alignNode1" presStyleIdx="5" presStyleCnt="6"/>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9B86DB4A-AC6E-4741-AE09-5E25879B5254}" type="pres">
      <dgm:prSet presAssocID="{84C429A8-BE0E-4364-B2E0-BCBB2C458387}" presName="ConnectorPoint" presStyleLbl="fgAcc1" presStyleIdx="5" presStyleCnt="6"/>
      <dgm:spPr>
        <a:solidFill>
          <a:schemeClr val="lt1">
            <a:alpha val="90000"/>
            <a:hueOff val="0"/>
            <a:satOff val="0"/>
            <a:lumOff val="0"/>
            <a:alphaOff val="0"/>
          </a:schemeClr>
        </a:solidFill>
        <a:ln w="19050" cap="rnd" cmpd="sng" algn="ctr">
          <a:noFill/>
          <a:prstDash val="solid"/>
        </a:ln>
        <a:effectLst/>
      </dgm:spPr>
    </dgm:pt>
    <dgm:pt modelId="{247D663B-57C9-1A48-A975-A9716710E81B}" type="pres">
      <dgm:prSet presAssocID="{84C429A8-BE0E-4364-B2E0-BCBB2C458387}" presName="EmptyPlaceHolder" presStyleCnt="0"/>
      <dgm:spPr/>
    </dgm:pt>
  </dgm:ptLst>
  <dgm:cxnLst>
    <dgm:cxn modelId="{0AE68B06-E4C6-534F-9289-15861E6524B6}" type="presOf" srcId="{1F99654C-ACAC-497A-8038-E179E143C793}" destId="{957C0194-211D-8747-BAC2-0ADC2383CFCD}" srcOrd="0" destOrd="0" presId="urn:microsoft.com/office/officeart/2017/3/layout/HorizontalPathTimeline"/>
    <dgm:cxn modelId="{10B7B912-787A-F646-94FB-6DA301C38EFA}" type="presOf" srcId="{478EBAEE-F388-486B-ACED-DCF5439C53C8}" destId="{3BCD98F9-AB7E-2045-BD13-9EBBD8F11AB4}" srcOrd="0" destOrd="0" presId="urn:microsoft.com/office/officeart/2017/3/layout/HorizontalPathTimeline"/>
    <dgm:cxn modelId="{4996A318-4FAB-42E8-BEEF-EF6F914B743E}" srcId="{A6C2951C-E28F-4F8B-8D8D-1381F752ACBE}" destId="{4CF880C8-05B2-44A3-A0AF-213E513B636D}" srcOrd="2" destOrd="0" parTransId="{F34CAB9B-C34D-41AD-A5F8-27AA3D1CD5E0}" sibTransId="{8A4DF898-F6F7-401F-8C0A-2FF1D0BF9F1E}"/>
    <dgm:cxn modelId="{257A4B19-30F0-45DA-82F7-F54B64D749F1}" srcId="{45A0793A-5027-45FB-AE36-CB68DC6BA2AF}" destId="{DEBE9447-5B5D-40AB-8ED9-F83DD0ECF642}" srcOrd="0" destOrd="0" parTransId="{B7A04888-C190-472E-AC1B-73CAD2609D5F}" sibTransId="{0438AE0C-74DB-4AF4-8700-EA5DFA173842}"/>
    <dgm:cxn modelId="{F172721F-BED3-4882-A4E7-1300DC129082}" srcId="{A6C2951C-E28F-4F8B-8D8D-1381F752ACBE}" destId="{1F99654C-ACAC-497A-8038-E179E143C793}" srcOrd="1" destOrd="0" parTransId="{5FE03631-47F8-4D90-B8A0-F3BFAE404100}" sibTransId="{BB687531-AA80-4A32-9CFD-0D91F772A961}"/>
    <dgm:cxn modelId="{02CF5927-DBC0-4A4A-A8A5-CBB54CD3815B}" type="presOf" srcId="{E796CD4C-79B2-4876-93AD-9483E56988F4}" destId="{3278A940-3F63-9D41-B603-0DC8C5AA9EC9}" srcOrd="0" destOrd="0" presId="urn:microsoft.com/office/officeart/2017/3/layout/HorizontalPathTimeline"/>
    <dgm:cxn modelId="{6CDB1734-7C59-D348-BD95-42A15F98D1BA}" type="presOf" srcId="{45A0793A-5027-45FB-AE36-CB68DC6BA2AF}" destId="{A4E3911E-067C-564D-91F3-1B9396F5A592}" srcOrd="0" destOrd="0" presId="urn:microsoft.com/office/officeart/2017/3/layout/HorizontalPathTimeline"/>
    <dgm:cxn modelId="{96776835-DD1B-4012-A854-5CAD3773C77B}" srcId="{A6C2951C-E28F-4F8B-8D8D-1381F752ACBE}" destId="{84C429A8-BE0E-4364-B2E0-BCBB2C458387}" srcOrd="5" destOrd="0" parTransId="{78638724-8863-407C-AE50-3B2BECE83860}" sibTransId="{C1955EA4-B122-4BFE-B3EC-F6B82690F999}"/>
    <dgm:cxn modelId="{BB289A58-E6B7-4F2F-A525-344F665414DC}" srcId="{4CF880C8-05B2-44A3-A0AF-213E513B636D}" destId="{E796CD4C-79B2-4876-93AD-9483E56988F4}" srcOrd="0" destOrd="0" parTransId="{8AEB3A3F-7DBD-4841-9988-7CADEA7A634D}" sibTransId="{C17152AF-2A1F-4FB2-967D-23CEEE436E46}"/>
    <dgm:cxn modelId="{7241D974-A015-4990-B9B8-700C7E52E267}" srcId="{84C429A8-BE0E-4364-B2E0-BCBB2C458387}" destId="{5B2FDCD9-D4B1-4A8B-88A0-30B30AF473B9}" srcOrd="0" destOrd="0" parTransId="{93AB4BF0-94DB-4961-B261-F891D4D75BCA}" sibTransId="{7086DB1D-9C76-44BC-A111-2EDB7539CCDD}"/>
    <dgm:cxn modelId="{8BDD7D7A-4AE3-6948-8746-76EE47ECCE95}" type="presOf" srcId="{3096D1C6-FD7C-4F64-BD84-DC0279E26CCC}" destId="{3B56E4A2-5B89-414F-B95A-731063FF0184}" srcOrd="0" destOrd="0" presId="urn:microsoft.com/office/officeart/2017/3/layout/HorizontalPathTimeline"/>
    <dgm:cxn modelId="{53DD348E-8F0B-44B1-91C2-56B466441E02}" srcId="{A6C2951C-E28F-4F8B-8D8D-1381F752ACBE}" destId="{6637521C-D62A-4CE2-A4C2-3AF49E7DA773}" srcOrd="0" destOrd="0" parTransId="{9635D184-38A3-4504-AF5A-3C4846BDED61}" sibTransId="{311715B4-F02F-40AF-A18A-AC5C428A04C6}"/>
    <dgm:cxn modelId="{36792093-18A3-E94D-815C-D17514B8E1FD}" type="presOf" srcId="{A4C6C75E-FEA0-45BE-BF18-580490C87679}" destId="{3B72E5E6-B30D-864E-A2AC-C8512FF03A96}" srcOrd="0" destOrd="0" presId="urn:microsoft.com/office/officeart/2017/3/layout/HorizontalPathTimeline"/>
    <dgm:cxn modelId="{3585799A-70E2-E34D-BE55-658D6CA48A0C}" type="presOf" srcId="{4CF880C8-05B2-44A3-A0AF-213E513B636D}" destId="{50EF1302-05E8-2648-9AAA-581322CA7D0C}" srcOrd="0" destOrd="0" presId="urn:microsoft.com/office/officeart/2017/3/layout/HorizontalPathTimeline"/>
    <dgm:cxn modelId="{70FDF3A0-C15E-48D7-9137-82C32662F379}" srcId="{1F99654C-ACAC-497A-8038-E179E143C793}" destId="{3E542E08-0772-4131-91F3-0605663BB3E9}" srcOrd="0" destOrd="0" parTransId="{0DE3EB76-394B-4566-9BCB-6DA0A5523148}" sibTransId="{FAF9DAB1-51E7-497D-804B-F5E52006366F}"/>
    <dgm:cxn modelId="{DF8DCDA2-D8F2-4AD5-A158-EDCEA7326791}" srcId="{A6C2951C-E28F-4F8B-8D8D-1381F752ACBE}" destId="{45A0793A-5027-45FB-AE36-CB68DC6BA2AF}" srcOrd="4" destOrd="0" parTransId="{D570A686-FCA1-401E-89FF-CF534A8026A9}" sibTransId="{412FC25F-9D5F-4E40-A1DD-4670E0B523F6}"/>
    <dgm:cxn modelId="{32493BAE-708A-004F-99E4-86D6685D2382}" type="presOf" srcId="{84C429A8-BE0E-4364-B2E0-BCBB2C458387}" destId="{4D4A2495-8978-F84C-BA12-FF09510BB4C8}" srcOrd="0" destOrd="0" presId="urn:microsoft.com/office/officeart/2017/3/layout/HorizontalPathTimeline"/>
    <dgm:cxn modelId="{1F337BB0-5F07-254A-B0BC-F8CA9E72EE76}" type="presOf" srcId="{3E542E08-0772-4131-91F3-0605663BB3E9}" destId="{05F74D56-592D-D74E-B466-A5AEE0CCFB86}" srcOrd="0" destOrd="0" presId="urn:microsoft.com/office/officeart/2017/3/layout/HorizontalPathTimeline"/>
    <dgm:cxn modelId="{BE6B0DB3-55BD-4AB8-BD06-FDB245CC091F}" srcId="{6637521C-D62A-4CE2-A4C2-3AF49E7DA773}" destId="{478EBAEE-F388-486B-ACED-DCF5439C53C8}" srcOrd="0" destOrd="0" parTransId="{3EDABCA8-6D2E-4B91-BB39-41D6A62523C6}" sibTransId="{5BD29B75-5855-4844-BE4A-28CD678EAF4C}"/>
    <dgm:cxn modelId="{8FFEECB3-4FFC-9A41-99F4-38C2FD53095A}" type="presOf" srcId="{A6C2951C-E28F-4F8B-8D8D-1381F752ACBE}" destId="{E88311DC-74FA-9A47-9DCC-9D1396D8D03C}" srcOrd="0" destOrd="0" presId="urn:microsoft.com/office/officeart/2017/3/layout/HorizontalPathTimeline"/>
    <dgm:cxn modelId="{F736C2C6-2B29-F947-B46F-2A6D8B9DB819}" type="presOf" srcId="{5B2FDCD9-D4B1-4A8B-88A0-30B30AF473B9}" destId="{BBC606B6-87C0-A74D-8602-C63B9FEA1A94}" srcOrd="0" destOrd="0" presId="urn:microsoft.com/office/officeart/2017/3/layout/HorizontalPathTimeline"/>
    <dgm:cxn modelId="{D19164CD-85DF-304D-BFBC-A79A1019B547}" type="presOf" srcId="{6637521C-D62A-4CE2-A4C2-3AF49E7DA773}" destId="{FE2B6135-217A-5849-85D1-F1E448B413EB}" srcOrd="0" destOrd="0" presId="urn:microsoft.com/office/officeart/2017/3/layout/HorizontalPathTimeline"/>
    <dgm:cxn modelId="{07B809CF-6A38-40C4-B0C8-5D9C35301CF8}" srcId="{A4C6C75E-FEA0-45BE-BF18-580490C87679}" destId="{3096D1C6-FD7C-4F64-BD84-DC0279E26CCC}" srcOrd="0" destOrd="0" parTransId="{DA723AE4-A26F-4155-A4E8-A6C98397C491}" sibTransId="{A7D1ADA3-97E6-40A3-9217-9D269D30BBD9}"/>
    <dgm:cxn modelId="{8BAECFD3-E60D-9140-93B7-18D6F7C8E42D}" type="presOf" srcId="{DEBE9447-5B5D-40AB-8ED9-F83DD0ECF642}" destId="{D9EEA8BF-41C5-4D41-9816-EF15C52F75A6}" srcOrd="0" destOrd="0" presId="urn:microsoft.com/office/officeart/2017/3/layout/HorizontalPathTimeline"/>
    <dgm:cxn modelId="{F3DAAEEF-E4C9-4F99-88C6-5206D14E2288}" srcId="{A6C2951C-E28F-4F8B-8D8D-1381F752ACBE}" destId="{A4C6C75E-FEA0-45BE-BF18-580490C87679}" srcOrd="3" destOrd="0" parTransId="{B3ECA581-4B14-4957-B825-C5FEFB8A8765}" sibTransId="{4CBED9D5-3357-41A2-9D0F-BADB4BCA33DA}"/>
    <dgm:cxn modelId="{076824B4-9A06-AB47-93D8-678068B223F3}" type="presParOf" srcId="{E88311DC-74FA-9A47-9DCC-9D1396D8D03C}" destId="{061CD8E8-7969-E54D-9C11-AAFD3B9638C4}" srcOrd="0" destOrd="0" presId="urn:microsoft.com/office/officeart/2017/3/layout/HorizontalPathTimeline"/>
    <dgm:cxn modelId="{06C2ACA3-39D3-4745-BB6C-9B8D1C567165}" type="presParOf" srcId="{E88311DC-74FA-9A47-9DCC-9D1396D8D03C}" destId="{C3D3EA42-413E-3345-B065-852860870DE3}" srcOrd="1" destOrd="0" presId="urn:microsoft.com/office/officeart/2017/3/layout/HorizontalPathTimeline"/>
    <dgm:cxn modelId="{E5497C9A-1F2C-A545-A7C9-63C5324E13B8}" type="presParOf" srcId="{C3D3EA42-413E-3345-B065-852860870DE3}" destId="{A3F1E55C-B42E-834D-B209-304FA7A61EC2}" srcOrd="0" destOrd="0" presId="urn:microsoft.com/office/officeart/2017/3/layout/HorizontalPathTimeline"/>
    <dgm:cxn modelId="{D1BC6616-A430-6A43-AF87-FA7FB319C7B7}" type="presParOf" srcId="{A3F1E55C-B42E-834D-B209-304FA7A61EC2}" destId="{FE2B6135-217A-5849-85D1-F1E448B413EB}" srcOrd="0" destOrd="0" presId="urn:microsoft.com/office/officeart/2017/3/layout/HorizontalPathTimeline"/>
    <dgm:cxn modelId="{DDF232A2-200D-C44C-B23E-44BF01008CAA}" type="presParOf" srcId="{A3F1E55C-B42E-834D-B209-304FA7A61EC2}" destId="{5E5DC8FF-701A-EA45-B9CD-C15DD5215908}" srcOrd="1" destOrd="0" presId="urn:microsoft.com/office/officeart/2017/3/layout/HorizontalPathTimeline"/>
    <dgm:cxn modelId="{DD685C70-1FED-814C-8A8C-35A0519C4B08}" type="presParOf" srcId="{5E5DC8FF-701A-EA45-B9CD-C15DD5215908}" destId="{3BCD98F9-AB7E-2045-BD13-9EBBD8F11AB4}" srcOrd="0" destOrd="0" presId="urn:microsoft.com/office/officeart/2017/3/layout/HorizontalPathTimeline"/>
    <dgm:cxn modelId="{04672F5A-4B81-004B-9E0A-11A0F90665EF}" type="presParOf" srcId="{5E5DC8FF-701A-EA45-B9CD-C15DD5215908}" destId="{C041927B-9DE5-1347-B64E-96C6D566C3FA}" srcOrd="1" destOrd="0" presId="urn:microsoft.com/office/officeart/2017/3/layout/HorizontalPathTimeline"/>
    <dgm:cxn modelId="{391B4305-6AFB-A54E-B19F-3010FF11C651}" type="presParOf" srcId="{A3F1E55C-B42E-834D-B209-304FA7A61EC2}" destId="{CDD18868-C97E-FA40-AE4F-8A02E9379237}" srcOrd="2" destOrd="0" presId="urn:microsoft.com/office/officeart/2017/3/layout/HorizontalPathTimeline"/>
    <dgm:cxn modelId="{B2B5D5A0-FB72-A940-967A-B25804E1EF63}" type="presParOf" srcId="{A3F1E55C-B42E-834D-B209-304FA7A61EC2}" destId="{80C68AF0-43FE-214B-A6E0-4EA768758E77}" srcOrd="3" destOrd="0" presId="urn:microsoft.com/office/officeart/2017/3/layout/HorizontalPathTimeline"/>
    <dgm:cxn modelId="{DE1509F6-6607-4748-B3CA-3BC5510C9799}" type="presParOf" srcId="{A3F1E55C-B42E-834D-B209-304FA7A61EC2}" destId="{F75AB865-4802-BA4D-A2C8-C378A4C6A868}" srcOrd="4" destOrd="0" presId="urn:microsoft.com/office/officeart/2017/3/layout/HorizontalPathTimeline"/>
    <dgm:cxn modelId="{9ADB2BB4-DCE4-2646-98A8-0AE13B4F79C8}" type="presParOf" srcId="{C3D3EA42-413E-3345-B065-852860870DE3}" destId="{1B1102B4-574D-E246-89F6-1ABA0AFBF644}" srcOrd="1" destOrd="0" presId="urn:microsoft.com/office/officeart/2017/3/layout/HorizontalPathTimeline"/>
    <dgm:cxn modelId="{0C141223-EB8F-6444-A3FF-DDC3EC743A4C}" type="presParOf" srcId="{C3D3EA42-413E-3345-B065-852860870DE3}" destId="{030B98E0-6620-7947-85C2-42AF3E2E67DB}" srcOrd="2" destOrd="0" presId="urn:microsoft.com/office/officeart/2017/3/layout/HorizontalPathTimeline"/>
    <dgm:cxn modelId="{BB2F36A1-8A93-0342-8501-531A4F1E39E0}" type="presParOf" srcId="{030B98E0-6620-7947-85C2-42AF3E2E67DB}" destId="{957C0194-211D-8747-BAC2-0ADC2383CFCD}" srcOrd="0" destOrd="0" presId="urn:microsoft.com/office/officeart/2017/3/layout/HorizontalPathTimeline"/>
    <dgm:cxn modelId="{6725B3F8-B62D-C24A-BF84-A67A5766507A}" type="presParOf" srcId="{030B98E0-6620-7947-85C2-42AF3E2E67DB}" destId="{56606AF7-AEF4-7146-BD2F-6D5D14CA7116}" srcOrd="1" destOrd="0" presId="urn:microsoft.com/office/officeart/2017/3/layout/HorizontalPathTimeline"/>
    <dgm:cxn modelId="{E2687180-0BA3-284C-9260-033BC7DA2291}" type="presParOf" srcId="{56606AF7-AEF4-7146-BD2F-6D5D14CA7116}" destId="{05F74D56-592D-D74E-B466-A5AEE0CCFB86}" srcOrd="0" destOrd="0" presId="urn:microsoft.com/office/officeart/2017/3/layout/HorizontalPathTimeline"/>
    <dgm:cxn modelId="{31897AA8-AACA-8F48-8865-A1A9675E53A7}" type="presParOf" srcId="{56606AF7-AEF4-7146-BD2F-6D5D14CA7116}" destId="{001E8C7E-6982-164E-8BBD-907B34CECD8B}" srcOrd="1" destOrd="0" presId="urn:microsoft.com/office/officeart/2017/3/layout/HorizontalPathTimeline"/>
    <dgm:cxn modelId="{CB2FC26B-541E-1F4C-855A-997DF89CA7A2}" type="presParOf" srcId="{030B98E0-6620-7947-85C2-42AF3E2E67DB}" destId="{41663F41-2CED-074E-811E-F3AA02A804B2}" srcOrd="2" destOrd="0" presId="urn:microsoft.com/office/officeart/2017/3/layout/HorizontalPathTimeline"/>
    <dgm:cxn modelId="{4F30E7D0-5525-FC45-8EB7-0D7339F8FE04}" type="presParOf" srcId="{030B98E0-6620-7947-85C2-42AF3E2E67DB}" destId="{656C0D2C-84EA-CC4D-9C74-A82EF4CB667D}" srcOrd="3" destOrd="0" presId="urn:microsoft.com/office/officeart/2017/3/layout/HorizontalPathTimeline"/>
    <dgm:cxn modelId="{AD807808-AB16-3846-A3F8-651029ECA557}" type="presParOf" srcId="{030B98E0-6620-7947-85C2-42AF3E2E67DB}" destId="{6113068E-7717-CF41-AC8B-61339EE5F935}" srcOrd="4" destOrd="0" presId="urn:microsoft.com/office/officeart/2017/3/layout/HorizontalPathTimeline"/>
    <dgm:cxn modelId="{F7F14540-93F3-FA45-AB1E-1178B3F63290}" type="presParOf" srcId="{C3D3EA42-413E-3345-B065-852860870DE3}" destId="{D7FB579C-74AF-D547-BC88-371A35F6F65C}" srcOrd="3" destOrd="0" presId="urn:microsoft.com/office/officeart/2017/3/layout/HorizontalPathTimeline"/>
    <dgm:cxn modelId="{60B7F2F9-D944-1C4E-A519-CAEC9EF98EEF}" type="presParOf" srcId="{C3D3EA42-413E-3345-B065-852860870DE3}" destId="{F16A3838-1F4C-FC4F-A6B5-FDCE07946192}" srcOrd="4" destOrd="0" presId="urn:microsoft.com/office/officeart/2017/3/layout/HorizontalPathTimeline"/>
    <dgm:cxn modelId="{86E9CC8A-0674-084E-8138-6C99BFFD6DC7}" type="presParOf" srcId="{F16A3838-1F4C-FC4F-A6B5-FDCE07946192}" destId="{50EF1302-05E8-2648-9AAA-581322CA7D0C}" srcOrd="0" destOrd="0" presId="urn:microsoft.com/office/officeart/2017/3/layout/HorizontalPathTimeline"/>
    <dgm:cxn modelId="{C4A5FD8B-3992-FF4F-9B63-350BEB47CA05}" type="presParOf" srcId="{F16A3838-1F4C-FC4F-A6B5-FDCE07946192}" destId="{12BA5D40-1306-1C41-A24F-077AA7A34F42}" srcOrd="1" destOrd="0" presId="urn:microsoft.com/office/officeart/2017/3/layout/HorizontalPathTimeline"/>
    <dgm:cxn modelId="{9D1A14A2-C1FD-8E47-9672-D39088B3B0A4}" type="presParOf" srcId="{12BA5D40-1306-1C41-A24F-077AA7A34F42}" destId="{3278A940-3F63-9D41-B603-0DC8C5AA9EC9}" srcOrd="0" destOrd="0" presId="urn:microsoft.com/office/officeart/2017/3/layout/HorizontalPathTimeline"/>
    <dgm:cxn modelId="{E8E036B2-4D27-CC46-AFBC-2C0F08F7BD67}" type="presParOf" srcId="{12BA5D40-1306-1C41-A24F-077AA7A34F42}" destId="{61C3549F-1B19-C94C-9BA3-DB4DE1EB7F76}" srcOrd="1" destOrd="0" presId="urn:microsoft.com/office/officeart/2017/3/layout/HorizontalPathTimeline"/>
    <dgm:cxn modelId="{4750DD31-4DBD-9242-9F9B-445AEA7DCEA5}" type="presParOf" srcId="{F16A3838-1F4C-FC4F-A6B5-FDCE07946192}" destId="{142F35CF-C13D-6C4D-99B3-C849C84E9FFE}" srcOrd="2" destOrd="0" presId="urn:microsoft.com/office/officeart/2017/3/layout/HorizontalPathTimeline"/>
    <dgm:cxn modelId="{623EA2B1-6ADE-A347-95F0-4004CAA45055}" type="presParOf" srcId="{F16A3838-1F4C-FC4F-A6B5-FDCE07946192}" destId="{ED6CBB0B-9070-A14E-858F-E90CB316CC3B}" srcOrd="3" destOrd="0" presId="urn:microsoft.com/office/officeart/2017/3/layout/HorizontalPathTimeline"/>
    <dgm:cxn modelId="{77EB452E-70AE-4442-A97D-CD887C91A9CC}" type="presParOf" srcId="{F16A3838-1F4C-FC4F-A6B5-FDCE07946192}" destId="{071F279E-D4C8-F549-BDA6-708F5852FE72}" srcOrd="4" destOrd="0" presId="urn:microsoft.com/office/officeart/2017/3/layout/HorizontalPathTimeline"/>
    <dgm:cxn modelId="{B9581DD9-33F8-844D-9166-19EDC122811A}" type="presParOf" srcId="{C3D3EA42-413E-3345-B065-852860870DE3}" destId="{722B048F-3E1B-C846-AD0B-23751BFF9C94}" srcOrd="5" destOrd="0" presId="urn:microsoft.com/office/officeart/2017/3/layout/HorizontalPathTimeline"/>
    <dgm:cxn modelId="{4B0DE482-09E9-4748-87D4-C6D96CA3B911}" type="presParOf" srcId="{C3D3EA42-413E-3345-B065-852860870DE3}" destId="{B0089BCD-17AB-E746-BC0C-C34029C3219C}" srcOrd="6" destOrd="0" presId="urn:microsoft.com/office/officeart/2017/3/layout/HorizontalPathTimeline"/>
    <dgm:cxn modelId="{B02F920E-D0EF-7942-B0F1-7D8937008B30}" type="presParOf" srcId="{B0089BCD-17AB-E746-BC0C-C34029C3219C}" destId="{3B72E5E6-B30D-864E-A2AC-C8512FF03A96}" srcOrd="0" destOrd="0" presId="urn:microsoft.com/office/officeart/2017/3/layout/HorizontalPathTimeline"/>
    <dgm:cxn modelId="{126C92F1-4E4C-8944-BFB5-48D36BA194E7}" type="presParOf" srcId="{B0089BCD-17AB-E746-BC0C-C34029C3219C}" destId="{842C6DEC-ECB3-BE48-85A6-564AE11A8E34}" srcOrd="1" destOrd="0" presId="urn:microsoft.com/office/officeart/2017/3/layout/HorizontalPathTimeline"/>
    <dgm:cxn modelId="{E4D6CAA4-F8C2-FC41-B83E-BA6951F5CBA1}" type="presParOf" srcId="{842C6DEC-ECB3-BE48-85A6-564AE11A8E34}" destId="{3B56E4A2-5B89-414F-B95A-731063FF0184}" srcOrd="0" destOrd="0" presId="urn:microsoft.com/office/officeart/2017/3/layout/HorizontalPathTimeline"/>
    <dgm:cxn modelId="{765D0783-C4E9-AC4A-81A9-B5D2DA28379C}" type="presParOf" srcId="{842C6DEC-ECB3-BE48-85A6-564AE11A8E34}" destId="{39F4E6F9-270E-9740-9C78-9454695C06C8}" srcOrd="1" destOrd="0" presId="urn:microsoft.com/office/officeart/2017/3/layout/HorizontalPathTimeline"/>
    <dgm:cxn modelId="{D69E71BA-37B4-E34A-BF5D-4A50A7445633}" type="presParOf" srcId="{B0089BCD-17AB-E746-BC0C-C34029C3219C}" destId="{58069CE9-8809-A341-A207-1AF97ACDFC73}" srcOrd="2" destOrd="0" presId="urn:microsoft.com/office/officeart/2017/3/layout/HorizontalPathTimeline"/>
    <dgm:cxn modelId="{761AF469-68D0-5E42-B4B3-F84A15E384C6}" type="presParOf" srcId="{B0089BCD-17AB-E746-BC0C-C34029C3219C}" destId="{801BA3DE-B417-8141-8F11-D3C953E1A0F7}" srcOrd="3" destOrd="0" presId="urn:microsoft.com/office/officeart/2017/3/layout/HorizontalPathTimeline"/>
    <dgm:cxn modelId="{ED313053-39F2-634B-AF76-933BB5226899}" type="presParOf" srcId="{B0089BCD-17AB-E746-BC0C-C34029C3219C}" destId="{F81CC8D7-8008-7E4A-88E5-88AE7F7F137F}" srcOrd="4" destOrd="0" presId="urn:microsoft.com/office/officeart/2017/3/layout/HorizontalPathTimeline"/>
    <dgm:cxn modelId="{25486484-50BA-9E44-9CAE-22E6E7A68E8D}" type="presParOf" srcId="{C3D3EA42-413E-3345-B065-852860870DE3}" destId="{8333D029-58D4-8448-ACFC-EC616E216BEA}" srcOrd="7" destOrd="0" presId="urn:microsoft.com/office/officeart/2017/3/layout/HorizontalPathTimeline"/>
    <dgm:cxn modelId="{61ED043F-ECE4-C440-8AC7-D08C174B729D}" type="presParOf" srcId="{C3D3EA42-413E-3345-B065-852860870DE3}" destId="{6A0C22B7-CC02-3C4C-B5DA-1CED304E13DA}" srcOrd="8" destOrd="0" presId="urn:microsoft.com/office/officeart/2017/3/layout/HorizontalPathTimeline"/>
    <dgm:cxn modelId="{FBC2D282-95C2-594F-BC12-68EB57830731}" type="presParOf" srcId="{6A0C22B7-CC02-3C4C-B5DA-1CED304E13DA}" destId="{A4E3911E-067C-564D-91F3-1B9396F5A592}" srcOrd="0" destOrd="0" presId="urn:microsoft.com/office/officeart/2017/3/layout/HorizontalPathTimeline"/>
    <dgm:cxn modelId="{FA16DDC8-9F41-6840-9707-7EB727285C3C}" type="presParOf" srcId="{6A0C22B7-CC02-3C4C-B5DA-1CED304E13DA}" destId="{FE857735-1ABE-FF48-8D1E-503B930360F1}" srcOrd="1" destOrd="0" presId="urn:microsoft.com/office/officeart/2017/3/layout/HorizontalPathTimeline"/>
    <dgm:cxn modelId="{A528A270-350C-4142-A8CF-8073B69933BF}" type="presParOf" srcId="{FE857735-1ABE-FF48-8D1E-503B930360F1}" destId="{D9EEA8BF-41C5-4D41-9816-EF15C52F75A6}" srcOrd="0" destOrd="0" presId="urn:microsoft.com/office/officeart/2017/3/layout/HorizontalPathTimeline"/>
    <dgm:cxn modelId="{1FB2B156-76C7-0D41-A109-30E4F00FC098}" type="presParOf" srcId="{FE857735-1ABE-FF48-8D1E-503B930360F1}" destId="{94479749-FACD-2348-A1A0-5783D7DB6211}" srcOrd="1" destOrd="0" presId="urn:microsoft.com/office/officeart/2017/3/layout/HorizontalPathTimeline"/>
    <dgm:cxn modelId="{1A5B309D-1417-FD46-AEB7-A5F09C5EA920}" type="presParOf" srcId="{6A0C22B7-CC02-3C4C-B5DA-1CED304E13DA}" destId="{F37BD71B-95C1-CF42-B176-5A4C2805E35C}" srcOrd="2" destOrd="0" presId="urn:microsoft.com/office/officeart/2017/3/layout/HorizontalPathTimeline"/>
    <dgm:cxn modelId="{ADA74340-CDFF-5D4C-8DFB-CA7738321E78}" type="presParOf" srcId="{6A0C22B7-CC02-3C4C-B5DA-1CED304E13DA}" destId="{65322CB7-262E-114C-9381-99248B8AF788}" srcOrd="3" destOrd="0" presId="urn:microsoft.com/office/officeart/2017/3/layout/HorizontalPathTimeline"/>
    <dgm:cxn modelId="{841090FD-CE45-754B-A665-C18710C511A8}" type="presParOf" srcId="{6A0C22B7-CC02-3C4C-B5DA-1CED304E13DA}" destId="{032FB8A0-9D7F-9D49-8D18-DE675BA325F2}" srcOrd="4" destOrd="0" presId="urn:microsoft.com/office/officeart/2017/3/layout/HorizontalPathTimeline"/>
    <dgm:cxn modelId="{D2641497-E8C3-F443-8E84-52D21E47C7A9}" type="presParOf" srcId="{C3D3EA42-413E-3345-B065-852860870DE3}" destId="{E03E98D6-F44B-7144-85F5-C12E4357B4E0}" srcOrd="9" destOrd="0" presId="urn:microsoft.com/office/officeart/2017/3/layout/HorizontalPathTimeline"/>
    <dgm:cxn modelId="{64D2D834-02D8-A246-BDC8-07A7FE26525F}" type="presParOf" srcId="{C3D3EA42-413E-3345-B065-852860870DE3}" destId="{29E0198A-5022-6A4A-892C-1B1ECC037AA1}" srcOrd="10" destOrd="0" presId="urn:microsoft.com/office/officeart/2017/3/layout/HorizontalPathTimeline"/>
    <dgm:cxn modelId="{29187DD2-D348-E04C-9F91-FE034B5F5079}" type="presParOf" srcId="{29E0198A-5022-6A4A-892C-1B1ECC037AA1}" destId="{4D4A2495-8978-F84C-BA12-FF09510BB4C8}" srcOrd="0" destOrd="0" presId="urn:microsoft.com/office/officeart/2017/3/layout/HorizontalPathTimeline"/>
    <dgm:cxn modelId="{1418276B-3C0E-1A42-9D4C-087BBE826E8F}" type="presParOf" srcId="{29E0198A-5022-6A4A-892C-1B1ECC037AA1}" destId="{2F3C0012-F69C-E844-8A81-E469F8C6099A}" srcOrd="1" destOrd="0" presId="urn:microsoft.com/office/officeart/2017/3/layout/HorizontalPathTimeline"/>
    <dgm:cxn modelId="{E4D7DAB4-E4A5-2F42-B545-30D962A05A9A}" type="presParOf" srcId="{2F3C0012-F69C-E844-8A81-E469F8C6099A}" destId="{BBC606B6-87C0-A74D-8602-C63B9FEA1A94}" srcOrd="0" destOrd="0" presId="urn:microsoft.com/office/officeart/2017/3/layout/HorizontalPathTimeline"/>
    <dgm:cxn modelId="{6B5A5C70-AAD3-2B4C-A512-0426D48499FD}" type="presParOf" srcId="{2F3C0012-F69C-E844-8A81-E469F8C6099A}" destId="{2A6A772E-8663-8546-BE0F-EA1A6A494769}" srcOrd="1" destOrd="0" presId="urn:microsoft.com/office/officeart/2017/3/layout/HorizontalPathTimeline"/>
    <dgm:cxn modelId="{308A6693-A3C8-4341-B19A-396417E63A77}" type="presParOf" srcId="{29E0198A-5022-6A4A-892C-1B1ECC037AA1}" destId="{E9366AB3-A072-8942-A120-301FA6AAB364}" srcOrd="2" destOrd="0" presId="urn:microsoft.com/office/officeart/2017/3/layout/HorizontalPathTimeline"/>
    <dgm:cxn modelId="{DA3CB503-AA65-1F40-8768-F96FEE1A1EA4}" type="presParOf" srcId="{29E0198A-5022-6A4A-892C-1B1ECC037AA1}" destId="{9B86DB4A-AC6E-4741-AE09-5E25879B5254}" srcOrd="3" destOrd="0" presId="urn:microsoft.com/office/officeart/2017/3/layout/HorizontalPathTimeline"/>
    <dgm:cxn modelId="{77014187-9A1F-F940-86E1-FE321947F34C}" type="presParOf" srcId="{29E0198A-5022-6A4A-892C-1B1ECC037AA1}" destId="{247D663B-57C9-1A48-A975-A9716710E81B}"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5B47F1-766A-41E3-9E72-C4FC3D8C6E83}"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3930C5FA-730A-4369-860D-B546B1C11F72}">
      <dgm:prSet/>
      <dgm:spPr/>
      <dgm:t>
        <a:bodyPr/>
        <a:lstStyle/>
        <a:p>
          <a:r>
            <a:rPr lang="en-US" b="1"/>
            <a:t>Insider Threats</a:t>
          </a:r>
          <a:r>
            <a:rPr lang="en-US"/>
            <a:t> – Malicious insider with fully authorized access</a:t>
          </a:r>
        </a:p>
      </dgm:t>
    </dgm:pt>
    <dgm:pt modelId="{601BBF35-1862-4BB8-809F-E8351A35458E}" type="parTrans" cxnId="{43BE4184-C3AE-4F16-A988-05985F7B4DA1}">
      <dgm:prSet/>
      <dgm:spPr/>
      <dgm:t>
        <a:bodyPr/>
        <a:lstStyle/>
        <a:p>
          <a:endParaRPr lang="en-US"/>
        </a:p>
      </dgm:t>
    </dgm:pt>
    <dgm:pt modelId="{2AA8F2CD-949C-422D-A7CC-EFCE5D8F4072}" type="sibTrans" cxnId="{43BE4184-C3AE-4F16-A988-05985F7B4DA1}">
      <dgm:prSet/>
      <dgm:spPr/>
      <dgm:t>
        <a:bodyPr/>
        <a:lstStyle/>
        <a:p>
          <a:endParaRPr lang="en-US"/>
        </a:p>
      </dgm:t>
    </dgm:pt>
    <dgm:pt modelId="{651A5E1A-8100-4CBA-BD1C-1CA4B55475EA}">
      <dgm:prSet/>
      <dgm:spPr/>
      <dgm:t>
        <a:bodyPr/>
        <a:lstStyle/>
        <a:p>
          <a:r>
            <a:rPr lang="en-US" b="1"/>
            <a:t>Access Control</a:t>
          </a:r>
          <a:r>
            <a:rPr lang="en-US"/>
            <a:t> – Failure of least privilege and network segmentation</a:t>
          </a:r>
        </a:p>
      </dgm:t>
    </dgm:pt>
    <dgm:pt modelId="{03CE7B15-B2DB-4DB7-AF6D-3E5EDB596FF6}" type="parTrans" cxnId="{1C539924-47C0-43DB-9219-CC777D2C483C}">
      <dgm:prSet/>
      <dgm:spPr/>
      <dgm:t>
        <a:bodyPr/>
        <a:lstStyle/>
        <a:p>
          <a:endParaRPr lang="en-US"/>
        </a:p>
      </dgm:t>
    </dgm:pt>
    <dgm:pt modelId="{D900DF56-DF15-4C71-BDD7-526A84DC6B61}" type="sibTrans" cxnId="{1C539924-47C0-43DB-9219-CC777D2C483C}">
      <dgm:prSet/>
      <dgm:spPr/>
      <dgm:t>
        <a:bodyPr/>
        <a:lstStyle/>
        <a:p>
          <a:endParaRPr lang="en-US"/>
        </a:p>
      </dgm:t>
    </dgm:pt>
    <dgm:pt modelId="{E3FACC04-F803-4F24-AB52-DFE79B2002F8}">
      <dgm:prSet/>
      <dgm:spPr/>
      <dgm:t>
        <a:bodyPr/>
        <a:lstStyle/>
        <a:p>
          <a:r>
            <a:rPr lang="en-US" b="1"/>
            <a:t>Data Classification</a:t>
          </a:r>
          <a:r>
            <a:rPr lang="en-US"/>
            <a:t> – No automatic tagging of files as trade secrets</a:t>
          </a:r>
        </a:p>
      </dgm:t>
    </dgm:pt>
    <dgm:pt modelId="{2A09FF71-5DFB-4FDB-A9FD-6FB5E486F70B}" type="parTrans" cxnId="{1E9F5DD4-0C28-468C-8EEA-C69D41533BD7}">
      <dgm:prSet/>
      <dgm:spPr/>
      <dgm:t>
        <a:bodyPr/>
        <a:lstStyle/>
        <a:p>
          <a:endParaRPr lang="en-US"/>
        </a:p>
      </dgm:t>
    </dgm:pt>
    <dgm:pt modelId="{004CAA9E-8A3B-40B0-BEEE-C55C258B3CD4}" type="sibTrans" cxnId="{1E9F5DD4-0C28-468C-8EEA-C69D41533BD7}">
      <dgm:prSet/>
      <dgm:spPr/>
      <dgm:t>
        <a:bodyPr/>
        <a:lstStyle/>
        <a:p>
          <a:endParaRPr lang="en-US"/>
        </a:p>
      </dgm:t>
    </dgm:pt>
    <dgm:pt modelId="{AE2A0088-CB5C-4982-9CF4-D0A6E581D929}">
      <dgm:prSet/>
      <dgm:spPr/>
      <dgm:t>
        <a:bodyPr/>
        <a:lstStyle/>
        <a:p>
          <a:r>
            <a:rPr lang="en-US" b="1"/>
            <a:t>Incident Response</a:t>
          </a:r>
          <a:r>
            <a:rPr lang="en-US"/>
            <a:t> – Detection occurred only via a vendor email (major gap)</a:t>
          </a:r>
        </a:p>
      </dgm:t>
    </dgm:pt>
    <dgm:pt modelId="{086A2492-A19E-46C1-A1F7-417ECCDAFFDA}" type="parTrans" cxnId="{09288940-9650-41FC-BE83-D6B6B4063DF0}">
      <dgm:prSet/>
      <dgm:spPr/>
      <dgm:t>
        <a:bodyPr/>
        <a:lstStyle/>
        <a:p>
          <a:endParaRPr lang="en-US"/>
        </a:p>
      </dgm:t>
    </dgm:pt>
    <dgm:pt modelId="{020374A1-AF99-41AF-9F0A-5C23FA8E36C5}" type="sibTrans" cxnId="{09288940-9650-41FC-BE83-D6B6B4063DF0}">
      <dgm:prSet/>
      <dgm:spPr/>
      <dgm:t>
        <a:bodyPr/>
        <a:lstStyle/>
        <a:p>
          <a:endParaRPr lang="en-US"/>
        </a:p>
      </dgm:t>
    </dgm:pt>
    <dgm:pt modelId="{5F2E0DA4-BC25-4234-AC30-6EF88AFBAE8A}">
      <dgm:prSet/>
      <dgm:spPr/>
      <dgm:t>
        <a:bodyPr/>
        <a:lstStyle/>
        <a:p>
          <a:r>
            <a:rPr lang="en-US" b="1"/>
            <a:t>Governance</a:t>
          </a:r>
          <a:r>
            <a:rPr lang="en-US"/>
            <a:t> – Uber’s board approved acquisition without proper IP due diligence</a:t>
          </a:r>
        </a:p>
      </dgm:t>
    </dgm:pt>
    <dgm:pt modelId="{DE210AF5-9210-4B21-ABDC-48F152DC1A7F}" type="parTrans" cxnId="{B70826DC-9CAA-4696-BC9E-C78DBE1AAEEA}">
      <dgm:prSet/>
      <dgm:spPr/>
      <dgm:t>
        <a:bodyPr/>
        <a:lstStyle/>
        <a:p>
          <a:endParaRPr lang="en-US"/>
        </a:p>
      </dgm:t>
    </dgm:pt>
    <dgm:pt modelId="{13FBE33C-30F0-4DBB-8C23-60B55D26D66D}" type="sibTrans" cxnId="{B70826DC-9CAA-4696-BC9E-C78DBE1AAEEA}">
      <dgm:prSet/>
      <dgm:spPr/>
      <dgm:t>
        <a:bodyPr/>
        <a:lstStyle/>
        <a:p>
          <a:endParaRPr lang="en-US"/>
        </a:p>
      </dgm:t>
    </dgm:pt>
    <dgm:pt modelId="{599A1CDD-B378-473B-AD9F-69AE1D062C3F}">
      <dgm:prSet/>
      <dgm:spPr/>
      <dgm:t>
        <a:bodyPr/>
        <a:lstStyle/>
        <a:p>
          <a:r>
            <a:rPr lang="en-US" b="1"/>
            <a:t>Risk Management</a:t>
          </a:r>
          <a:r>
            <a:rPr lang="en-US"/>
            <a:t> – Overlooked insider risk and third‑party hiring risks</a:t>
          </a:r>
        </a:p>
      </dgm:t>
    </dgm:pt>
    <dgm:pt modelId="{A1244F1E-356A-4400-B990-8262CA8BD246}" type="parTrans" cxnId="{7AE5ED5B-09F9-48A5-B5AC-7675ABE33A31}">
      <dgm:prSet/>
      <dgm:spPr/>
      <dgm:t>
        <a:bodyPr/>
        <a:lstStyle/>
        <a:p>
          <a:endParaRPr lang="en-US"/>
        </a:p>
      </dgm:t>
    </dgm:pt>
    <dgm:pt modelId="{45BD7356-04E2-4E11-8773-DE8CA882B286}" type="sibTrans" cxnId="{7AE5ED5B-09F9-48A5-B5AC-7675ABE33A31}">
      <dgm:prSet/>
      <dgm:spPr/>
      <dgm:t>
        <a:bodyPr/>
        <a:lstStyle/>
        <a:p>
          <a:endParaRPr lang="en-US"/>
        </a:p>
      </dgm:t>
    </dgm:pt>
    <dgm:pt modelId="{9AC690C5-04EB-41FE-AA5B-125E92C0306C}">
      <dgm:prSet/>
      <dgm:spPr/>
      <dgm:t>
        <a:bodyPr/>
        <a:lstStyle/>
        <a:p>
          <a:r>
            <a:rPr lang="en-US" b="1"/>
            <a:t>Key Recommendations</a:t>
          </a:r>
          <a:endParaRPr lang="en-US"/>
        </a:p>
      </dgm:t>
    </dgm:pt>
    <dgm:pt modelId="{A42CBEB9-DB25-40DF-BBB5-1677C5AD210A}" type="parTrans" cxnId="{CA0CDEAB-DED4-4B1B-930B-E5CEDA106030}">
      <dgm:prSet/>
      <dgm:spPr/>
      <dgm:t>
        <a:bodyPr/>
        <a:lstStyle/>
        <a:p>
          <a:endParaRPr lang="en-US"/>
        </a:p>
      </dgm:t>
    </dgm:pt>
    <dgm:pt modelId="{3AB7A131-0E53-4B32-95BC-F6DF5116F478}" type="sibTrans" cxnId="{CA0CDEAB-DED4-4B1B-930B-E5CEDA106030}">
      <dgm:prSet/>
      <dgm:spPr/>
      <dgm:t>
        <a:bodyPr/>
        <a:lstStyle/>
        <a:p>
          <a:endParaRPr lang="en-US"/>
        </a:p>
      </dgm:t>
    </dgm:pt>
    <dgm:pt modelId="{86A75DE6-F361-47BB-ABF8-9A5CAE810B02}">
      <dgm:prSet/>
      <dgm:spPr/>
      <dgm:t>
        <a:bodyPr/>
        <a:lstStyle/>
        <a:p>
          <a:r>
            <a:rPr lang="en-US" b="1"/>
            <a:t>Zero Trust</a:t>
          </a:r>
          <a:r>
            <a:rPr lang="en-US"/>
            <a:t> – Verify every access request, regardless of user role</a:t>
          </a:r>
        </a:p>
      </dgm:t>
    </dgm:pt>
    <dgm:pt modelId="{D6BFA4B2-E103-4C38-BA3F-0CDCDB379DB1}" type="parTrans" cxnId="{A663CCAB-CF1D-451C-8DB5-16818F769B0B}">
      <dgm:prSet/>
      <dgm:spPr/>
      <dgm:t>
        <a:bodyPr/>
        <a:lstStyle/>
        <a:p>
          <a:endParaRPr lang="en-US"/>
        </a:p>
      </dgm:t>
    </dgm:pt>
    <dgm:pt modelId="{978DE965-A594-4E4C-9BAD-528DFA531B3B}" type="sibTrans" cxnId="{A663CCAB-CF1D-451C-8DB5-16818F769B0B}">
      <dgm:prSet/>
      <dgm:spPr/>
      <dgm:t>
        <a:bodyPr/>
        <a:lstStyle/>
        <a:p>
          <a:endParaRPr lang="en-US"/>
        </a:p>
      </dgm:t>
    </dgm:pt>
    <dgm:pt modelId="{7AFE8030-5E1F-488E-9203-362C89B6A1D4}">
      <dgm:prSet/>
      <dgm:spPr/>
      <dgm:t>
        <a:bodyPr/>
        <a:lstStyle/>
        <a:p>
          <a:r>
            <a:rPr lang="en-US" b="1"/>
            <a:t>AI‑Driven DLP</a:t>
          </a:r>
          <a:r>
            <a:rPr lang="en-US"/>
            <a:t> – Deploy behavioral analytics to detect anomalies in real time</a:t>
          </a:r>
        </a:p>
      </dgm:t>
    </dgm:pt>
    <dgm:pt modelId="{23B1CA03-EA07-4578-B8B7-083A91C78131}" type="parTrans" cxnId="{1B988392-0DCD-4180-9E24-5A0470EDB959}">
      <dgm:prSet/>
      <dgm:spPr/>
      <dgm:t>
        <a:bodyPr/>
        <a:lstStyle/>
        <a:p>
          <a:endParaRPr lang="en-US"/>
        </a:p>
      </dgm:t>
    </dgm:pt>
    <dgm:pt modelId="{95A2081D-51BA-4298-8335-C5867BC29DDA}" type="sibTrans" cxnId="{1B988392-0DCD-4180-9E24-5A0470EDB959}">
      <dgm:prSet/>
      <dgm:spPr/>
      <dgm:t>
        <a:bodyPr/>
        <a:lstStyle/>
        <a:p>
          <a:endParaRPr lang="en-US"/>
        </a:p>
      </dgm:t>
    </dgm:pt>
    <dgm:pt modelId="{F567FE67-9599-414B-BA95-8E0BD22813FF}">
      <dgm:prSet/>
      <dgm:spPr/>
      <dgm:t>
        <a:bodyPr/>
        <a:lstStyle/>
        <a:p>
          <a:r>
            <a:rPr lang="en-US" b="1"/>
            <a:t>Continuous Monitoring</a:t>
          </a:r>
          <a:r>
            <a:rPr lang="en-US"/>
            <a:t> – Prioritize departing employees and high‑risk users</a:t>
          </a:r>
        </a:p>
      </dgm:t>
    </dgm:pt>
    <dgm:pt modelId="{6004F37B-586A-40B5-9AA8-1FB1DAD6DD6B}" type="parTrans" cxnId="{F8B7FE59-9123-4755-B8E5-800E1B9055A9}">
      <dgm:prSet/>
      <dgm:spPr/>
      <dgm:t>
        <a:bodyPr/>
        <a:lstStyle/>
        <a:p>
          <a:endParaRPr lang="en-US"/>
        </a:p>
      </dgm:t>
    </dgm:pt>
    <dgm:pt modelId="{6570E0F9-4EAD-4AFD-A321-D7909CDED58A}" type="sibTrans" cxnId="{F8B7FE59-9123-4755-B8E5-800E1B9055A9}">
      <dgm:prSet/>
      <dgm:spPr/>
      <dgm:t>
        <a:bodyPr/>
        <a:lstStyle/>
        <a:p>
          <a:endParaRPr lang="en-US"/>
        </a:p>
      </dgm:t>
    </dgm:pt>
    <dgm:pt modelId="{B8010827-E551-4B57-BBFA-0C43606FE995}">
      <dgm:prSet/>
      <dgm:spPr/>
      <dgm:t>
        <a:bodyPr/>
        <a:lstStyle/>
        <a:p>
          <a:r>
            <a:rPr lang="en-US" b="1"/>
            <a:t>Secure Offboarding</a:t>
          </a:r>
          <a:r>
            <a:rPr lang="en-US"/>
            <a:t> – Automate access revocation and device collection</a:t>
          </a:r>
        </a:p>
      </dgm:t>
    </dgm:pt>
    <dgm:pt modelId="{7C05F5FD-69F2-49AD-AD5F-380131325E6F}" type="parTrans" cxnId="{1541A6D9-5A69-4C16-A89A-817BD8CAE3C7}">
      <dgm:prSet/>
      <dgm:spPr/>
      <dgm:t>
        <a:bodyPr/>
        <a:lstStyle/>
        <a:p>
          <a:endParaRPr lang="en-US"/>
        </a:p>
      </dgm:t>
    </dgm:pt>
    <dgm:pt modelId="{C4A02799-FDBB-43CF-A5EA-3C32AF7004B4}" type="sibTrans" cxnId="{1541A6D9-5A69-4C16-A89A-817BD8CAE3C7}">
      <dgm:prSet/>
      <dgm:spPr/>
      <dgm:t>
        <a:bodyPr/>
        <a:lstStyle/>
        <a:p>
          <a:endParaRPr lang="en-US"/>
        </a:p>
      </dgm:t>
    </dgm:pt>
    <dgm:pt modelId="{475079F2-FCCA-4858-B83B-3482CEAAAF29}">
      <dgm:prSet/>
      <dgm:spPr/>
      <dgm:t>
        <a:bodyPr/>
        <a:lstStyle/>
        <a:p>
          <a:r>
            <a:rPr lang="en-US" b="1"/>
            <a:t>Legal Safeguards</a:t>
          </a:r>
          <a:r>
            <a:rPr lang="en-US"/>
            <a:t> – Strengthen NDAs, non‑competes, and IP ownership clauses</a:t>
          </a:r>
        </a:p>
      </dgm:t>
    </dgm:pt>
    <dgm:pt modelId="{4B2D6BD3-6455-42AC-B004-5AA3CA6D20C9}" type="parTrans" cxnId="{A9EAD921-EF36-45D9-A59C-F80CD3A37BE2}">
      <dgm:prSet/>
      <dgm:spPr/>
      <dgm:t>
        <a:bodyPr/>
        <a:lstStyle/>
        <a:p>
          <a:endParaRPr lang="en-US"/>
        </a:p>
      </dgm:t>
    </dgm:pt>
    <dgm:pt modelId="{4C5A60B1-1A18-4CF5-841E-C4152D04B260}" type="sibTrans" cxnId="{A9EAD921-EF36-45D9-A59C-F80CD3A37BE2}">
      <dgm:prSet/>
      <dgm:spPr/>
      <dgm:t>
        <a:bodyPr/>
        <a:lstStyle/>
        <a:p>
          <a:endParaRPr lang="en-US"/>
        </a:p>
      </dgm:t>
    </dgm:pt>
    <dgm:pt modelId="{F8130F10-A362-4437-B949-3EB65BB8082D}">
      <dgm:prSet/>
      <dgm:spPr/>
      <dgm:t>
        <a:bodyPr/>
        <a:lstStyle/>
        <a:p>
          <a:r>
            <a:rPr lang="en-US" b="1"/>
            <a:t>Culture</a:t>
          </a:r>
          <a:r>
            <a:rPr lang="en-US"/>
            <a:t> – Foster security awareness with regular, role‑specific training</a:t>
          </a:r>
        </a:p>
      </dgm:t>
    </dgm:pt>
    <dgm:pt modelId="{84E3CDEA-61A0-421C-859A-09BB43AE3731}" type="parTrans" cxnId="{55D4F268-1362-45D6-BCE8-D8C2B0E413D6}">
      <dgm:prSet/>
      <dgm:spPr/>
      <dgm:t>
        <a:bodyPr/>
        <a:lstStyle/>
        <a:p>
          <a:endParaRPr lang="en-US"/>
        </a:p>
      </dgm:t>
    </dgm:pt>
    <dgm:pt modelId="{8200C91A-BC39-4A7E-B852-8E4FCCB1F9DC}" type="sibTrans" cxnId="{55D4F268-1362-45D6-BCE8-D8C2B0E413D6}">
      <dgm:prSet/>
      <dgm:spPr/>
      <dgm:t>
        <a:bodyPr/>
        <a:lstStyle/>
        <a:p>
          <a:endParaRPr lang="en-US"/>
        </a:p>
      </dgm:t>
    </dgm:pt>
    <dgm:pt modelId="{F3999B06-8012-0046-B873-C9517D60B8E5}" type="pres">
      <dgm:prSet presAssocID="{775B47F1-766A-41E3-9E72-C4FC3D8C6E83}" presName="diagram" presStyleCnt="0">
        <dgm:presLayoutVars>
          <dgm:dir/>
          <dgm:resizeHandles val="exact"/>
        </dgm:presLayoutVars>
      </dgm:prSet>
      <dgm:spPr/>
    </dgm:pt>
    <dgm:pt modelId="{A44EF605-1898-5342-BE3A-EBB810C5999D}" type="pres">
      <dgm:prSet presAssocID="{3930C5FA-730A-4369-860D-B546B1C11F72}" presName="node" presStyleLbl="node1" presStyleIdx="0" presStyleCnt="13">
        <dgm:presLayoutVars>
          <dgm:bulletEnabled val="1"/>
        </dgm:presLayoutVars>
      </dgm:prSet>
      <dgm:spPr/>
    </dgm:pt>
    <dgm:pt modelId="{D3F40FD0-6146-BA4F-8334-9430DD45F73C}" type="pres">
      <dgm:prSet presAssocID="{2AA8F2CD-949C-422D-A7CC-EFCE5D8F4072}" presName="sibTrans" presStyleCnt="0"/>
      <dgm:spPr/>
    </dgm:pt>
    <dgm:pt modelId="{8978BEC8-67AE-B24D-AEC5-D617BE823CFE}" type="pres">
      <dgm:prSet presAssocID="{651A5E1A-8100-4CBA-BD1C-1CA4B55475EA}" presName="node" presStyleLbl="node1" presStyleIdx="1" presStyleCnt="13">
        <dgm:presLayoutVars>
          <dgm:bulletEnabled val="1"/>
        </dgm:presLayoutVars>
      </dgm:prSet>
      <dgm:spPr/>
    </dgm:pt>
    <dgm:pt modelId="{56D97790-39DA-F749-97D6-B5D900AAFB20}" type="pres">
      <dgm:prSet presAssocID="{D900DF56-DF15-4C71-BDD7-526A84DC6B61}" presName="sibTrans" presStyleCnt="0"/>
      <dgm:spPr/>
    </dgm:pt>
    <dgm:pt modelId="{4722DC0E-3656-494A-B608-59BA56DD7B93}" type="pres">
      <dgm:prSet presAssocID="{E3FACC04-F803-4F24-AB52-DFE79B2002F8}" presName="node" presStyleLbl="node1" presStyleIdx="2" presStyleCnt="13">
        <dgm:presLayoutVars>
          <dgm:bulletEnabled val="1"/>
        </dgm:presLayoutVars>
      </dgm:prSet>
      <dgm:spPr/>
    </dgm:pt>
    <dgm:pt modelId="{0897D4FD-2BD1-BE44-AFAD-495BB438E8F6}" type="pres">
      <dgm:prSet presAssocID="{004CAA9E-8A3B-40B0-BEEE-C55C258B3CD4}" presName="sibTrans" presStyleCnt="0"/>
      <dgm:spPr/>
    </dgm:pt>
    <dgm:pt modelId="{8A1645F2-D060-074A-9F9B-89706020C590}" type="pres">
      <dgm:prSet presAssocID="{AE2A0088-CB5C-4982-9CF4-D0A6E581D929}" presName="node" presStyleLbl="node1" presStyleIdx="3" presStyleCnt="13">
        <dgm:presLayoutVars>
          <dgm:bulletEnabled val="1"/>
        </dgm:presLayoutVars>
      </dgm:prSet>
      <dgm:spPr/>
    </dgm:pt>
    <dgm:pt modelId="{3AC57E51-8BF6-D64C-BBDF-CEFFBDA1EC98}" type="pres">
      <dgm:prSet presAssocID="{020374A1-AF99-41AF-9F0A-5C23FA8E36C5}" presName="sibTrans" presStyleCnt="0"/>
      <dgm:spPr/>
    </dgm:pt>
    <dgm:pt modelId="{6AD07E85-E4F0-4E4C-A050-F0A951610AD1}" type="pres">
      <dgm:prSet presAssocID="{5F2E0DA4-BC25-4234-AC30-6EF88AFBAE8A}" presName="node" presStyleLbl="node1" presStyleIdx="4" presStyleCnt="13">
        <dgm:presLayoutVars>
          <dgm:bulletEnabled val="1"/>
        </dgm:presLayoutVars>
      </dgm:prSet>
      <dgm:spPr/>
    </dgm:pt>
    <dgm:pt modelId="{C0FF4131-CFE4-644A-B133-E37A03EA8FAB}" type="pres">
      <dgm:prSet presAssocID="{13FBE33C-30F0-4DBB-8C23-60B55D26D66D}" presName="sibTrans" presStyleCnt="0"/>
      <dgm:spPr/>
    </dgm:pt>
    <dgm:pt modelId="{4BBE33F0-9BF0-C349-A0FA-C445C0B1E113}" type="pres">
      <dgm:prSet presAssocID="{599A1CDD-B378-473B-AD9F-69AE1D062C3F}" presName="node" presStyleLbl="node1" presStyleIdx="5" presStyleCnt="13">
        <dgm:presLayoutVars>
          <dgm:bulletEnabled val="1"/>
        </dgm:presLayoutVars>
      </dgm:prSet>
      <dgm:spPr/>
    </dgm:pt>
    <dgm:pt modelId="{E0F966C1-4392-D14C-9B3C-96FEB4D73E0B}" type="pres">
      <dgm:prSet presAssocID="{45BD7356-04E2-4E11-8773-DE8CA882B286}" presName="sibTrans" presStyleCnt="0"/>
      <dgm:spPr/>
    </dgm:pt>
    <dgm:pt modelId="{26AF00F1-3B0C-FC4D-9CE9-41FF10D66D01}" type="pres">
      <dgm:prSet presAssocID="{9AC690C5-04EB-41FE-AA5B-125E92C0306C}" presName="node" presStyleLbl="node1" presStyleIdx="6" presStyleCnt="13">
        <dgm:presLayoutVars>
          <dgm:bulletEnabled val="1"/>
        </dgm:presLayoutVars>
      </dgm:prSet>
      <dgm:spPr/>
    </dgm:pt>
    <dgm:pt modelId="{9053D9FE-AA31-8046-B97D-AAE31E3E8159}" type="pres">
      <dgm:prSet presAssocID="{3AB7A131-0E53-4B32-95BC-F6DF5116F478}" presName="sibTrans" presStyleCnt="0"/>
      <dgm:spPr/>
    </dgm:pt>
    <dgm:pt modelId="{7529F6BF-5C7F-054D-837C-B7929DCCD38F}" type="pres">
      <dgm:prSet presAssocID="{86A75DE6-F361-47BB-ABF8-9A5CAE810B02}" presName="node" presStyleLbl="node1" presStyleIdx="7" presStyleCnt="13">
        <dgm:presLayoutVars>
          <dgm:bulletEnabled val="1"/>
        </dgm:presLayoutVars>
      </dgm:prSet>
      <dgm:spPr/>
    </dgm:pt>
    <dgm:pt modelId="{4D228960-A40B-6044-8F04-1C2024994146}" type="pres">
      <dgm:prSet presAssocID="{978DE965-A594-4E4C-9BAD-528DFA531B3B}" presName="sibTrans" presStyleCnt="0"/>
      <dgm:spPr/>
    </dgm:pt>
    <dgm:pt modelId="{2CF4244F-CDC4-AE4A-8C88-FB000BE4D8EB}" type="pres">
      <dgm:prSet presAssocID="{7AFE8030-5E1F-488E-9203-362C89B6A1D4}" presName="node" presStyleLbl="node1" presStyleIdx="8" presStyleCnt="13">
        <dgm:presLayoutVars>
          <dgm:bulletEnabled val="1"/>
        </dgm:presLayoutVars>
      </dgm:prSet>
      <dgm:spPr/>
    </dgm:pt>
    <dgm:pt modelId="{9381FB4E-0E63-6A4D-9D36-A6DA65043A9D}" type="pres">
      <dgm:prSet presAssocID="{95A2081D-51BA-4298-8335-C5867BC29DDA}" presName="sibTrans" presStyleCnt="0"/>
      <dgm:spPr/>
    </dgm:pt>
    <dgm:pt modelId="{B303AEF5-D4EC-0F40-934A-1549059A8529}" type="pres">
      <dgm:prSet presAssocID="{F567FE67-9599-414B-BA95-8E0BD22813FF}" presName="node" presStyleLbl="node1" presStyleIdx="9" presStyleCnt="13">
        <dgm:presLayoutVars>
          <dgm:bulletEnabled val="1"/>
        </dgm:presLayoutVars>
      </dgm:prSet>
      <dgm:spPr/>
    </dgm:pt>
    <dgm:pt modelId="{E7417D41-406C-D948-9F9A-A0D53F2613AE}" type="pres">
      <dgm:prSet presAssocID="{6570E0F9-4EAD-4AFD-A321-D7909CDED58A}" presName="sibTrans" presStyleCnt="0"/>
      <dgm:spPr/>
    </dgm:pt>
    <dgm:pt modelId="{55F65EDD-A7EF-9D47-9B01-B9B32F178800}" type="pres">
      <dgm:prSet presAssocID="{B8010827-E551-4B57-BBFA-0C43606FE995}" presName="node" presStyleLbl="node1" presStyleIdx="10" presStyleCnt="13">
        <dgm:presLayoutVars>
          <dgm:bulletEnabled val="1"/>
        </dgm:presLayoutVars>
      </dgm:prSet>
      <dgm:spPr/>
    </dgm:pt>
    <dgm:pt modelId="{F061B487-0B6F-0943-B9CD-57D5B4174D35}" type="pres">
      <dgm:prSet presAssocID="{C4A02799-FDBB-43CF-A5EA-3C32AF7004B4}" presName="sibTrans" presStyleCnt="0"/>
      <dgm:spPr/>
    </dgm:pt>
    <dgm:pt modelId="{1F75CF46-C860-DD42-A3BC-92B29282F346}" type="pres">
      <dgm:prSet presAssocID="{475079F2-FCCA-4858-B83B-3482CEAAAF29}" presName="node" presStyleLbl="node1" presStyleIdx="11" presStyleCnt="13">
        <dgm:presLayoutVars>
          <dgm:bulletEnabled val="1"/>
        </dgm:presLayoutVars>
      </dgm:prSet>
      <dgm:spPr/>
    </dgm:pt>
    <dgm:pt modelId="{B3CF478C-427F-284A-9DE9-8DA89CACC41F}" type="pres">
      <dgm:prSet presAssocID="{4C5A60B1-1A18-4CF5-841E-C4152D04B260}" presName="sibTrans" presStyleCnt="0"/>
      <dgm:spPr/>
    </dgm:pt>
    <dgm:pt modelId="{092D701D-4366-A247-B7EF-95B8F9FC6B24}" type="pres">
      <dgm:prSet presAssocID="{F8130F10-A362-4437-B949-3EB65BB8082D}" presName="node" presStyleLbl="node1" presStyleIdx="12" presStyleCnt="13">
        <dgm:presLayoutVars>
          <dgm:bulletEnabled val="1"/>
        </dgm:presLayoutVars>
      </dgm:prSet>
      <dgm:spPr/>
    </dgm:pt>
  </dgm:ptLst>
  <dgm:cxnLst>
    <dgm:cxn modelId="{462F1313-D247-4341-B2F2-204DE4693403}" type="presOf" srcId="{775B47F1-766A-41E3-9E72-C4FC3D8C6E83}" destId="{F3999B06-8012-0046-B873-C9517D60B8E5}" srcOrd="0" destOrd="0" presId="urn:microsoft.com/office/officeart/2005/8/layout/default"/>
    <dgm:cxn modelId="{A9EAD921-EF36-45D9-A59C-F80CD3A37BE2}" srcId="{775B47F1-766A-41E3-9E72-C4FC3D8C6E83}" destId="{475079F2-FCCA-4858-B83B-3482CEAAAF29}" srcOrd="11" destOrd="0" parTransId="{4B2D6BD3-6455-42AC-B004-5AA3CA6D20C9}" sibTransId="{4C5A60B1-1A18-4CF5-841E-C4152D04B260}"/>
    <dgm:cxn modelId="{1C539924-47C0-43DB-9219-CC777D2C483C}" srcId="{775B47F1-766A-41E3-9E72-C4FC3D8C6E83}" destId="{651A5E1A-8100-4CBA-BD1C-1CA4B55475EA}" srcOrd="1" destOrd="0" parTransId="{03CE7B15-B2DB-4DB7-AF6D-3E5EDB596FF6}" sibTransId="{D900DF56-DF15-4C71-BDD7-526A84DC6B61}"/>
    <dgm:cxn modelId="{848FA02D-DC61-2E48-A68E-393F376E1FF4}" type="presOf" srcId="{5F2E0DA4-BC25-4234-AC30-6EF88AFBAE8A}" destId="{6AD07E85-E4F0-4E4C-A050-F0A951610AD1}" srcOrd="0" destOrd="0" presId="urn:microsoft.com/office/officeart/2005/8/layout/default"/>
    <dgm:cxn modelId="{09288940-9650-41FC-BE83-D6B6B4063DF0}" srcId="{775B47F1-766A-41E3-9E72-C4FC3D8C6E83}" destId="{AE2A0088-CB5C-4982-9CF4-D0A6E581D929}" srcOrd="3" destOrd="0" parTransId="{086A2492-A19E-46C1-A1F7-417ECCDAFFDA}" sibTransId="{020374A1-AF99-41AF-9F0A-5C23FA8E36C5}"/>
    <dgm:cxn modelId="{B441A645-D0E9-144A-B027-C1C8BDC2B57F}" type="presOf" srcId="{E3FACC04-F803-4F24-AB52-DFE79B2002F8}" destId="{4722DC0E-3656-494A-B608-59BA56DD7B93}" srcOrd="0" destOrd="0" presId="urn:microsoft.com/office/officeart/2005/8/layout/default"/>
    <dgm:cxn modelId="{E8F38355-2078-7D40-A95C-BBFDAE479308}" type="presOf" srcId="{F8130F10-A362-4437-B949-3EB65BB8082D}" destId="{092D701D-4366-A247-B7EF-95B8F9FC6B24}" srcOrd="0" destOrd="0" presId="urn:microsoft.com/office/officeart/2005/8/layout/default"/>
    <dgm:cxn modelId="{F8B7FE59-9123-4755-B8E5-800E1B9055A9}" srcId="{775B47F1-766A-41E3-9E72-C4FC3D8C6E83}" destId="{F567FE67-9599-414B-BA95-8E0BD22813FF}" srcOrd="9" destOrd="0" parTransId="{6004F37B-586A-40B5-9AA8-1FB1DAD6DD6B}" sibTransId="{6570E0F9-4EAD-4AFD-A321-D7909CDED58A}"/>
    <dgm:cxn modelId="{7AE5ED5B-09F9-48A5-B5AC-7675ABE33A31}" srcId="{775B47F1-766A-41E3-9E72-C4FC3D8C6E83}" destId="{599A1CDD-B378-473B-AD9F-69AE1D062C3F}" srcOrd="5" destOrd="0" parTransId="{A1244F1E-356A-4400-B990-8262CA8BD246}" sibTransId="{45BD7356-04E2-4E11-8773-DE8CA882B286}"/>
    <dgm:cxn modelId="{5CBEBB5F-D149-7844-8E24-5C06CF6F2612}" type="presOf" srcId="{599A1CDD-B378-473B-AD9F-69AE1D062C3F}" destId="{4BBE33F0-9BF0-C349-A0FA-C445C0B1E113}" srcOrd="0" destOrd="0" presId="urn:microsoft.com/office/officeart/2005/8/layout/default"/>
    <dgm:cxn modelId="{55D4F268-1362-45D6-BCE8-D8C2B0E413D6}" srcId="{775B47F1-766A-41E3-9E72-C4FC3D8C6E83}" destId="{F8130F10-A362-4437-B949-3EB65BB8082D}" srcOrd="12" destOrd="0" parTransId="{84E3CDEA-61A0-421C-859A-09BB43AE3731}" sibTransId="{8200C91A-BC39-4A7E-B852-8E4FCCB1F9DC}"/>
    <dgm:cxn modelId="{BBDB5577-3521-5D41-96BA-D703F5957E6A}" type="presOf" srcId="{475079F2-FCCA-4858-B83B-3482CEAAAF29}" destId="{1F75CF46-C860-DD42-A3BC-92B29282F346}" srcOrd="0" destOrd="0" presId="urn:microsoft.com/office/officeart/2005/8/layout/default"/>
    <dgm:cxn modelId="{43BE4184-C3AE-4F16-A988-05985F7B4DA1}" srcId="{775B47F1-766A-41E3-9E72-C4FC3D8C6E83}" destId="{3930C5FA-730A-4369-860D-B546B1C11F72}" srcOrd="0" destOrd="0" parTransId="{601BBF35-1862-4BB8-809F-E8351A35458E}" sibTransId="{2AA8F2CD-949C-422D-A7CC-EFCE5D8F4072}"/>
    <dgm:cxn modelId="{7E235B8E-D2CD-4547-BB08-E6F869E7C55A}" type="presOf" srcId="{F567FE67-9599-414B-BA95-8E0BD22813FF}" destId="{B303AEF5-D4EC-0F40-934A-1549059A8529}" srcOrd="0" destOrd="0" presId="urn:microsoft.com/office/officeart/2005/8/layout/default"/>
    <dgm:cxn modelId="{A2E9A48F-40EA-014C-932F-DCA1C118DA5E}" type="presOf" srcId="{7AFE8030-5E1F-488E-9203-362C89B6A1D4}" destId="{2CF4244F-CDC4-AE4A-8C88-FB000BE4D8EB}" srcOrd="0" destOrd="0" presId="urn:microsoft.com/office/officeart/2005/8/layout/default"/>
    <dgm:cxn modelId="{F7F38191-0582-FE4A-891D-00728CF8DA68}" type="presOf" srcId="{B8010827-E551-4B57-BBFA-0C43606FE995}" destId="{55F65EDD-A7EF-9D47-9B01-B9B32F178800}" srcOrd="0" destOrd="0" presId="urn:microsoft.com/office/officeart/2005/8/layout/default"/>
    <dgm:cxn modelId="{1B988392-0DCD-4180-9E24-5A0470EDB959}" srcId="{775B47F1-766A-41E3-9E72-C4FC3D8C6E83}" destId="{7AFE8030-5E1F-488E-9203-362C89B6A1D4}" srcOrd="8" destOrd="0" parTransId="{23B1CA03-EA07-4578-B8B7-083A91C78131}" sibTransId="{95A2081D-51BA-4298-8335-C5867BC29DDA}"/>
    <dgm:cxn modelId="{A663CCAB-CF1D-451C-8DB5-16818F769B0B}" srcId="{775B47F1-766A-41E3-9E72-C4FC3D8C6E83}" destId="{86A75DE6-F361-47BB-ABF8-9A5CAE810B02}" srcOrd="7" destOrd="0" parTransId="{D6BFA4B2-E103-4C38-BA3F-0CDCDB379DB1}" sibTransId="{978DE965-A594-4E4C-9BAD-528DFA531B3B}"/>
    <dgm:cxn modelId="{CA0CDEAB-DED4-4B1B-930B-E5CEDA106030}" srcId="{775B47F1-766A-41E3-9E72-C4FC3D8C6E83}" destId="{9AC690C5-04EB-41FE-AA5B-125E92C0306C}" srcOrd="6" destOrd="0" parTransId="{A42CBEB9-DB25-40DF-BBB5-1677C5AD210A}" sibTransId="{3AB7A131-0E53-4B32-95BC-F6DF5116F478}"/>
    <dgm:cxn modelId="{7E2DBFB4-A9E0-5745-A05D-F3ADB9E28FAD}" type="presOf" srcId="{9AC690C5-04EB-41FE-AA5B-125E92C0306C}" destId="{26AF00F1-3B0C-FC4D-9CE9-41FF10D66D01}" srcOrd="0" destOrd="0" presId="urn:microsoft.com/office/officeart/2005/8/layout/default"/>
    <dgm:cxn modelId="{3DEEF5B8-4627-4F41-B0FE-BF58A9B31F88}" type="presOf" srcId="{3930C5FA-730A-4369-860D-B546B1C11F72}" destId="{A44EF605-1898-5342-BE3A-EBB810C5999D}" srcOrd="0" destOrd="0" presId="urn:microsoft.com/office/officeart/2005/8/layout/default"/>
    <dgm:cxn modelId="{16A0CAD0-0E14-8E4C-B755-F366A094DFC0}" type="presOf" srcId="{651A5E1A-8100-4CBA-BD1C-1CA4B55475EA}" destId="{8978BEC8-67AE-B24D-AEC5-D617BE823CFE}" srcOrd="0" destOrd="0" presId="urn:microsoft.com/office/officeart/2005/8/layout/default"/>
    <dgm:cxn modelId="{1E9F5DD4-0C28-468C-8EEA-C69D41533BD7}" srcId="{775B47F1-766A-41E3-9E72-C4FC3D8C6E83}" destId="{E3FACC04-F803-4F24-AB52-DFE79B2002F8}" srcOrd="2" destOrd="0" parTransId="{2A09FF71-5DFB-4FDB-A9FD-6FB5E486F70B}" sibTransId="{004CAA9E-8A3B-40B0-BEEE-C55C258B3CD4}"/>
    <dgm:cxn modelId="{1541A6D9-5A69-4C16-A89A-817BD8CAE3C7}" srcId="{775B47F1-766A-41E3-9E72-C4FC3D8C6E83}" destId="{B8010827-E551-4B57-BBFA-0C43606FE995}" srcOrd="10" destOrd="0" parTransId="{7C05F5FD-69F2-49AD-AD5F-380131325E6F}" sibTransId="{C4A02799-FDBB-43CF-A5EA-3C32AF7004B4}"/>
    <dgm:cxn modelId="{B70826DC-9CAA-4696-BC9E-C78DBE1AAEEA}" srcId="{775B47F1-766A-41E3-9E72-C4FC3D8C6E83}" destId="{5F2E0DA4-BC25-4234-AC30-6EF88AFBAE8A}" srcOrd="4" destOrd="0" parTransId="{DE210AF5-9210-4B21-ABDC-48F152DC1A7F}" sibTransId="{13FBE33C-30F0-4DBB-8C23-60B55D26D66D}"/>
    <dgm:cxn modelId="{8BF31EF3-55DB-6049-A56B-D611F9FF852B}" type="presOf" srcId="{86A75DE6-F361-47BB-ABF8-9A5CAE810B02}" destId="{7529F6BF-5C7F-054D-837C-B7929DCCD38F}" srcOrd="0" destOrd="0" presId="urn:microsoft.com/office/officeart/2005/8/layout/default"/>
    <dgm:cxn modelId="{C279FAF7-EDFE-8C4D-B088-00BCA2CC05FA}" type="presOf" srcId="{AE2A0088-CB5C-4982-9CF4-D0A6E581D929}" destId="{8A1645F2-D060-074A-9F9B-89706020C590}" srcOrd="0" destOrd="0" presId="urn:microsoft.com/office/officeart/2005/8/layout/default"/>
    <dgm:cxn modelId="{8409073A-F34F-C444-83E0-DAC4FF8A2681}" type="presParOf" srcId="{F3999B06-8012-0046-B873-C9517D60B8E5}" destId="{A44EF605-1898-5342-BE3A-EBB810C5999D}" srcOrd="0" destOrd="0" presId="urn:microsoft.com/office/officeart/2005/8/layout/default"/>
    <dgm:cxn modelId="{F6690F5F-5F6B-434D-B758-0EBA010D58CA}" type="presParOf" srcId="{F3999B06-8012-0046-B873-C9517D60B8E5}" destId="{D3F40FD0-6146-BA4F-8334-9430DD45F73C}" srcOrd="1" destOrd="0" presId="urn:microsoft.com/office/officeart/2005/8/layout/default"/>
    <dgm:cxn modelId="{F5B64701-2DD8-824C-B998-A0FB173DAB15}" type="presParOf" srcId="{F3999B06-8012-0046-B873-C9517D60B8E5}" destId="{8978BEC8-67AE-B24D-AEC5-D617BE823CFE}" srcOrd="2" destOrd="0" presId="urn:microsoft.com/office/officeart/2005/8/layout/default"/>
    <dgm:cxn modelId="{EECDABA9-3961-A846-A771-B64CD8C15054}" type="presParOf" srcId="{F3999B06-8012-0046-B873-C9517D60B8E5}" destId="{56D97790-39DA-F749-97D6-B5D900AAFB20}" srcOrd="3" destOrd="0" presId="urn:microsoft.com/office/officeart/2005/8/layout/default"/>
    <dgm:cxn modelId="{DA66146B-A8DF-F74E-A6CB-A9C15D705A68}" type="presParOf" srcId="{F3999B06-8012-0046-B873-C9517D60B8E5}" destId="{4722DC0E-3656-494A-B608-59BA56DD7B93}" srcOrd="4" destOrd="0" presId="urn:microsoft.com/office/officeart/2005/8/layout/default"/>
    <dgm:cxn modelId="{B417AC41-5B44-DF4B-B079-40E41DFA495B}" type="presParOf" srcId="{F3999B06-8012-0046-B873-C9517D60B8E5}" destId="{0897D4FD-2BD1-BE44-AFAD-495BB438E8F6}" srcOrd="5" destOrd="0" presId="urn:microsoft.com/office/officeart/2005/8/layout/default"/>
    <dgm:cxn modelId="{97A4CAA5-46D3-764A-882A-EEC64CB01BBB}" type="presParOf" srcId="{F3999B06-8012-0046-B873-C9517D60B8E5}" destId="{8A1645F2-D060-074A-9F9B-89706020C590}" srcOrd="6" destOrd="0" presId="urn:microsoft.com/office/officeart/2005/8/layout/default"/>
    <dgm:cxn modelId="{8D6337E3-0DE6-6D47-B04C-60571A62CD41}" type="presParOf" srcId="{F3999B06-8012-0046-B873-C9517D60B8E5}" destId="{3AC57E51-8BF6-D64C-BBDF-CEFFBDA1EC98}" srcOrd="7" destOrd="0" presId="urn:microsoft.com/office/officeart/2005/8/layout/default"/>
    <dgm:cxn modelId="{8ADE20C0-8913-3B45-B4ED-3E3BCAF44F72}" type="presParOf" srcId="{F3999B06-8012-0046-B873-C9517D60B8E5}" destId="{6AD07E85-E4F0-4E4C-A050-F0A951610AD1}" srcOrd="8" destOrd="0" presId="urn:microsoft.com/office/officeart/2005/8/layout/default"/>
    <dgm:cxn modelId="{87F22275-84AB-2A45-8B7F-526C9D281278}" type="presParOf" srcId="{F3999B06-8012-0046-B873-C9517D60B8E5}" destId="{C0FF4131-CFE4-644A-B133-E37A03EA8FAB}" srcOrd="9" destOrd="0" presId="urn:microsoft.com/office/officeart/2005/8/layout/default"/>
    <dgm:cxn modelId="{EE2E53E4-9225-634E-B1E3-696C05B2B0B4}" type="presParOf" srcId="{F3999B06-8012-0046-B873-C9517D60B8E5}" destId="{4BBE33F0-9BF0-C349-A0FA-C445C0B1E113}" srcOrd="10" destOrd="0" presId="urn:microsoft.com/office/officeart/2005/8/layout/default"/>
    <dgm:cxn modelId="{2DA14978-1CC7-E94C-BA33-C0E6F3908303}" type="presParOf" srcId="{F3999B06-8012-0046-B873-C9517D60B8E5}" destId="{E0F966C1-4392-D14C-9B3C-96FEB4D73E0B}" srcOrd="11" destOrd="0" presId="urn:microsoft.com/office/officeart/2005/8/layout/default"/>
    <dgm:cxn modelId="{F0D5D789-612E-BE40-92E8-CD58C7955AC1}" type="presParOf" srcId="{F3999B06-8012-0046-B873-C9517D60B8E5}" destId="{26AF00F1-3B0C-FC4D-9CE9-41FF10D66D01}" srcOrd="12" destOrd="0" presId="urn:microsoft.com/office/officeart/2005/8/layout/default"/>
    <dgm:cxn modelId="{23157609-9028-9944-A8AD-445EBC5A8939}" type="presParOf" srcId="{F3999B06-8012-0046-B873-C9517D60B8E5}" destId="{9053D9FE-AA31-8046-B97D-AAE31E3E8159}" srcOrd="13" destOrd="0" presId="urn:microsoft.com/office/officeart/2005/8/layout/default"/>
    <dgm:cxn modelId="{060BC8A0-74B2-4541-928F-29716EB4A3ED}" type="presParOf" srcId="{F3999B06-8012-0046-B873-C9517D60B8E5}" destId="{7529F6BF-5C7F-054D-837C-B7929DCCD38F}" srcOrd="14" destOrd="0" presId="urn:microsoft.com/office/officeart/2005/8/layout/default"/>
    <dgm:cxn modelId="{CD42408E-6629-604F-A1DF-BA3FCD9B65F4}" type="presParOf" srcId="{F3999B06-8012-0046-B873-C9517D60B8E5}" destId="{4D228960-A40B-6044-8F04-1C2024994146}" srcOrd="15" destOrd="0" presId="urn:microsoft.com/office/officeart/2005/8/layout/default"/>
    <dgm:cxn modelId="{5E3ADAEF-F4D2-CB4C-88F6-AAAA25E7AD54}" type="presParOf" srcId="{F3999B06-8012-0046-B873-C9517D60B8E5}" destId="{2CF4244F-CDC4-AE4A-8C88-FB000BE4D8EB}" srcOrd="16" destOrd="0" presId="urn:microsoft.com/office/officeart/2005/8/layout/default"/>
    <dgm:cxn modelId="{3E928A51-B808-2444-A471-F972E481FEE8}" type="presParOf" srcId="{F3999B06-8012-0046-B873-C9517D60B8E5}" destId="{9381FB4E-0E63-6A4D-9D36-A6DA65043A9D}" srcOrd="17" destOrd="0" presId="urn:microsoft.com/office/officeart/2005/8/layout/default"/>
    <dgm:cxn modelId="{0E3D60BB-AD63-AC40-AAA2-E8A642D01136}" type="presParOf" srcId="{F3999B06-8012-0046-B873-C9517D60B8E5}" destId="{B303AEF5-D4EC-0F40-934A-1549059A8529}" srcOrd="18" destOrd="0" presId="urn:microsoft.com/office/officeart/2005/8/layout/default"/>
    <dgm:cxn modelId="{D40B04D4-75AE-DC45-BB09-E6AD38F84C5A}" type="presParOf" srcId="{F3999B06-8012-0046-B873-C9517D60B8E5}" destId="{E7417D41-406C-D948-9F9A-A0D53F2613AE}" srcOrd="19" destOrd="0" presId="urn:microsoft.com/office/officeart/2005/8/layout/default"/>
    <dgm:cxn modelId="{1EC84AEE-B167-2149-B274-87496B947CD9}" type="presParOf" srcId="{F3999B06-8012-0046-B873-C9517D60B8E5}" destId="{55F65EDD-A7EF-9D47-9B01-B9B32F178800}" srcOrd="20" destOrd="0" presId="urn:microsoft.com/office/officeart/2005/8/layout/default"/>
    <dgm:cxn modelId="{A1119A7A-71FB-494C-A9CF-898A7FA23394}" type="presParOf" srcId="{F3999B06-8012-0046-B873-C9517D60B8E5}" destId="{F061B487-0B6F-0943-B9CD-57D5B4174D35}" srcOrd="21" destOrd="0" presId="urn:microsoft.com/office/officeart/2005/8/layout/default"/>
    <dgm:cxn modelId="{93F161E6-F678-EE42-9D62-5D3BB8BC6DD8}" type="presParOf" srcId="{F3999B06-8012-0046-B873-C9517D60B8E5}" destId="{1F75CF46-C860-DD42-A3BC-92B29282F346}" srcOrd="22" destOrd="0" presId="urn:microsoft.com/office/officeart/2005/8/layout/default"/>
    <dgm:cxn modelId="{E56CC1A1-14CC-0749-BC11-19176FCB169E}" type="presParOf" srcId="{F3999B06-8012-0046-B873-C9517D60B8E5}" destId="{B3CF478C-427F-284A-9DE9-8DA89CACC41F}" srcOrd="23" destOrd="0" presId="urn:microsoft.com/office/officeart/2005/8/layout/default"/>
    <dgm:cxn modelId="{38ADD639-5B9F-B341-BE48-7E9D45EE49DC}" type="presParOf" srcId="{F3999B06-8012-0046-B873-C9517D60B8E5}" destId="{092D701D-4366-A247-B7EF-95B8F9FC6B24}"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BC3665-D302-48A0-AB71-3B1872B26061}" type="doc">
      <dgm:prSet loTypeId="urn:microsoft.com/office/officeart/2005/8/layout/hierarchy1" loCatId="hierarchy" qsTypeId="urn:microsoft.com/office/officeart/2005/8/quickstyle/simple4" qsCatId="simple" csTypeId="urn:microsoft.com/office/officeart/2005/8/colors/accent0_3" csCatId="mainScheme"/>
      <dgm:spPr/>
      <dgm:t>
        <a:bodyPr/>
        <a:lstStyle/>
        <a:p>
          <a:endParaRPr lang="en-US"/>
        </a:p>
      </dgm:t>
    </dgm:pt>
    <dgm:pt modelId="{95DAFF95-6712-4191-A68F-C7A790C331E5}">
      <dgm:prSet/>
      <dgm:spPr/>
      <dgm:t>
        <a:bodyPr/>
        <a:lstStyle/>
        <a:p>
          <a:r>
            <a:rPr lang="en-US" b="1"/>
            <a:t>4.What would you do if you discovered a new hire brought confidential files from their previous employer?</a:t>
          </a:r>
          <a:endParaRPr lang="en-US"/>
        </a:p>
      </dgm:t>
    </dgm:pt>
    <dgm:pt modelId="{897A82B1-D578-48F4-9918-1D47839F529D}" type="parTrans" cxnId="{E1C26E76-BB11-4030-B25F-E3CD656D0AF9}">
      <dgm:prSet/>
      <dgm:spPr/>
      <dgm:t>
        <a:bodyPr/>
        <a:lstStyle/>
        <a:p>
          <a:endParaRPr lang="en-US"/>
        </a:p>
      </dgm:t>
    </dgm:pt>
    <dgm:pt modelId="{6A29DF1E-5D97-485F-94CA-3836B7886C80}" type="sibTrans" cxnId="{E1C26E76-BB11-4030-B25F-E3CD656D0AF9}">
      <dgm:prSet/>
      <dgm:spPr/>
      <dgm:t>
        <a:bodyPr/>
        <a:lstStyle/>
        <a:p>
          <a:endParaRPr lang="en-US"/>
        </a:p>
      </dgm:t>
    </dgm:pt>
    <dgm:pt modelId="{9165196D-4FA3-46B4-A7C2-778430DB8C62}">
      <dgm:prSet/>
      <dgm:spPr/>
      <dgm:t>
        <a:bodyPr/>
        <a:lstStyle/>
        <a:p>
          <a:r>
            <a:rPr lang="en-US" b="1"/>
            <a:t>5.How much monitoring is too much monitoring in the workplace? When does it cross into invading privacy?</a:t>
          </a:r>
          <a:endParaRPr lang="en-US"/>
        </a:p>
      </dgm:t>
    </dgm:pt>
    <dgm:pt modelId="{F753938F-C549-4658-8223-F5E915B8A478}" type="parTrans" cxnId="{C9F98973-8DF6-438A-9938-A4E7435A8506}">
      <dgm:prSet/>
      <dgm:spPr/>
      <dgm:t>
        <a:bodyPr/>
        <a:lstStyle/>
        <a:p>
          <a:endParaRPr lang="en-US"/>
        </a:p>
      </dgm:t>
    </dgm:pt>
    <dgm:pt modelId="{473E9A4D-58D6-4D61-A78A-912D91DF3CF4}" type="sibTrans" cxnId="{C9F98973-8DF6-438A-9938-A4E7435A8506}">
      <dgm:prSet/>
      <dgm:spPr/>
      <dgm:t>
        <a:bodyPr/>
        <a:lstStyle/>
        <a:p>
          <a:endParaRPr lang="en-US"/>
        </a:p>
      </dgm:t>
    </dgm:pt>
    <dgm:pt modelId="{B58C3C23-531F-1642-90F4-71F2F912049A}" type="pres">
      <dgm:prSet presAssocID="{8BBC3665-D302-48A0-AB71-3B1872B26061}" presName="hierChild1" presStyleCnt="0">
        <dgm:presLayoutVars>
          <dgm:chPref val="1"/>
          <dgm:dir/>
          <dgm:animOne val="branch"/>
          <dgm:animLvl val="lvl"/>
          <dgm:resizeHandles/>
        </dgm:presLayoutVars>
      </dgm:prSet>
      <dgm:spPr/>
    </dgm:pt>
    <dgm:pt modelId="{F4C982C9-6C25-4942-B351-26C29DFC652E}" type="pres">
      <dgm:prSet presAssocID="{95DAFF95-6712-4191-A68F-C7A790C331E5}" presName="hierRoot1" presStyleCnt="0"/>
      <dgm:spPr/>
    </dgm:pt>
    <dgm:pt modelId="{0E1F4AA4-1D03-BA49-B60F-DFE0A85265C8}" type="pres">
      <dgm:prSet presAssocID="{95DAFF95-6712-4191-A68F-C7A790C331E5}" presName="composite" presStyleCnt="0"/>
      <dgm:spPr/>
    </dgm:pt>
    <dgm:pt modelId="{50883EED-50EC-A849-9D90-CC441A5A6E1D}" type="pres">
      <dgm:prSet presAssocID="{95DAFF95-6712-4191-A68F-C7A790C331E5}" presName="background" presStyleLbl="node0" presStyleIdx="0" presStyleCnt="2"/>
      <dgm:spPr/>
    </dgm:pt>
    <dgm:pt modelId="{BB1A8A55-82A9-7440-B3A0-F0D068137755}" type="pres">
      <dgm:prSet presAssocID="{95DAFF95-6712-4191-A68F-C7A790C331E5}" presName="text" presStyleLbl="fgAcc0" presStyleIdx="0" presStyleCnt="2">
        <dgm:presLayoutVars>
          <dgm:chPref val="3"/>
        </dgm:presLayoutVars>
      </dgm:prSet>
      <dgm:spPr/>
    </dgm:pt>
    <dgm:pt modelId="{80D35E0C-AB08-384D-A9F8-EB51529628F9}" type="pres">
      <dgm:prSet presAssocID="{95DAFF95-6712-4191-A68F-C7A790C331E5}" presName="hierChild2" presStyleCnt="0"/>
      <dgm:spPr/>
    </dgm:pt>
    <dgm:pt modelId="{E58B9076-94F9-C645-9C80-66411067D862}" type="pres">
      <dgm:prSet presAssocID="{9165196D-4FA3-46B4-A7C2-778430DB8C62}" presName="hierRoot1" presStyleCnt="0"/>
      <dgm:spPr/>
    </dgm:pt>
    <dgm:pt modelId="{99CFB31F-DF32-0F48-997A-D37AD29C4992}" type="pres">
      <dgm:prSet presAssocID="{9165196D-4FA3-46B4-A7C2-778430DB8C62}" presName="composite" presStyleCnt="0"/>
      <dgm:spPr/>
    </dgm:pt>
    <dgm:pt modelId="{D8869F35-5ABD-3E46-98CE-D85B3DB5229A}" type="pres">
      <dgm:prSet presAssocID="{9165196D-4FA3-46B4-A7C2-778430DB8C62}" presName="background" presStyleLbl="node0" presStyleIdx="1" presStyleCnt="2"/>
      <dgm:spPr/>
    </dgm:pt>
    <dgm:pt modelId="{BEF4A6D4-EEE5-0544-9694-F81926275A50}" type="pres">
      <dgm:prSet presAssocID="{9165196D-4FA3-46B4-A7C2-778430DB8C62}" presName="text" presStyleLbl="fgAcc0" presStyleIdx="1" presStyleCnt="2">
        <dgm:presLayoutVars>
          <dgm:chPref val="3"/>
        </dgm:presLayoutVars>
      </dgm:prSet>
      <dgm:spPr/>
    </dgm:pt>
    <dgm:pt modelId="{B8FBD8C0-0889-B548-A3DA-4525FBB9780C}" type="pres">
      <dgm:prSet presAssocID="{9165196D-4FA3-46B4-A7C2-778430DB8C62}" presName="hierChild2" presStyleCnt="0"/>
      <dgm:spPr/>
    </dgm:pt>
  </dgm:ptLst>
  <dgm:cxnLst>
    <dgm:cxn modelId="{FFD8560C-8A25-D344-8A96-CAC37A3B5A29}" type="presOf" srcId="{9165196D-4FA3-46B4-A7C2-778430DB8C62}" destId="{BEF4A6D4-EEE5-0544-9694-F81926275A50}" srcOrd="0" destOrd="0" presId="urn:microsoft.com/office/officeart/2005/8/layout/hierarchy1"/>
    <dgm:cxn modelId="{BD140427-31EA-6043-8134-E28AAD1C5C3E}" type="presOf" srcId="{8BBC3665-D302-48A0-AB71-3B1872B26061}" destId="{B58C3C23-531F-1642-90F4-71F2F912049A}" srcOrd="0" destOrd="0" presId="urn:microsoft.com/office/officeart/2005/8/layout/hierarchy1"/>
    <dgm:cxn modelId="{904AED62-2050-7744-8073-8331362B6C0D}" type="presOf" srcId="{95DAFF95-6712-4191-A68F-C7A790C331E5}" destId="{BB1A8A55-82A9-7440-B3A0-F0D068137755}" srcOrd="0" destOrd="0" presId="urn:microsoft.com/office/officeart/2005/8/layout/hierarchy1"/>
    <dgm:cxn modelId="{C9F98973-8DF6-438A-9938-A4E7435A8506}" srcId="{8BBC3665-D302-48A0-AB71-3B1872B26061}" destId="{9165196D-4FA3-46B4-A7C2-778430DB8C62}" srcOrd="1" destOrd="0" parTransId="{F753938F-C549-4658-8223-F5E915B8A478}" sibTransId="{473E9A4D-58D6-4D61-A78A-912D91DF3CF4}"/>
    <dgm:cxn modelId="{E1C26E76-BB11-4030-B25F-E3CD656D0AF9}" srcId="{8BBC3665-D302-48A0-AB71-3B1872B26061}" destId="{95DAFF95-6712-4191-A68F-C7A790C331E5}" srcOrd="0" destOrd="0" parTransId="{897A82B1-D578-48F4-9918-1D47839F529D}" sibTransId="{6A29DF1E-5D97-485F-94CA-3836B7886C80}"/>
    <dgm:cxn modelId="{F35006C6-5685-5E42-95A1-86F3BE621AA1}" type="presParOf" srcId="{B58C3C23-531F-1642-90F4-71F2F912049A}" destId="{F4C982C9-6C25-4942-B351-26C29DFC652E}" srcOrd="0" destOrd="0" presId="urn:microsoft.com/office/officeart/2005/8/layout/hierarchy1"/>
    <dgm:cxn modelId="{EBFF95C8-F946-074E-8627-6392E5E1A28C}" type="presParOf" srcId="{F4C982C9-6C25-4942-B351-26C29DFC652E}" destId="{0E1F4AA4-1D03-BA49-B60F-DFE0A85265C8}" srcOrd="0" destOrd="0" presId="urn:microsoft.com/office/officeart/2005/8/layout/hierarchy1"/>
    <dgm:cxn modelId="{E50D38E9-EC0E-6C45-8146-32E041B05E3A}" type="presParOf" srcId="{0E1F4AA4-1D03-BA49-B60F-DFE0A85265C8}" destId="{50883EED-50EC-A849-9D90-CC441A5A6E1D}" srcOrd="0" destOrd="0" presId="urn:microsoft.com/office/officeart/2005/8/layout/hierarchy1"/>
    <dgm:cxn modelId="{AB9F8F19-C763-3E4B-9879-0A13E3F32477}" type="presParOf" srcId="{0E1F4AA4-1D03-BA49-B60F-DFE0A85265C8}" destId="{BB1A8A55-82A9-7440-B3A0-F0D068137755}" srcOrd="1" destOrd="0" presId="urn:microsoft.com/office/officeart/2005/8/layout/hierarchy1"/>
    <dgm:cxn modelId="{B8F05254-9DA5-6246-9F1B-A83EEE780943}" type="presParOf" srcId="{F4C982C9-6C25-4942-B351-26C29DFC652E}" destId="{80D35E0C-AB08-384D-A9F8-EB51529628F9}" srcOrd="1" destOrd="0" presId="urn:microsoft.com/office/officeart/2005/8/layout/hierarchy1"/>
    <dgm:cxn modelId="{23F7FAFA-F3F4-9547-832F-DEA58DB5A5A1}" type="presParOf" srcId="{B58C3C23-531F-1642-90F4-71F2F912049A}" destId="{E58B9076-94F9-C645-9C80-66411067D862}" srcOrd="1" destOrd="0" presId="urn:microsoft.com/office/officeart/2005/8/layout/hierarchy1"/>
    <dgm:cxn modelId="{07BCD34A-FA11-514B-9820-C35747130C69}" type="presParOf" srcId="{E58B9076-94F9-C645-9C80-66411067D862}" destId="{99CFB31F-DF32-0F48-997A-D37AD29C4992}" srcOrd="0" destOrd="0" presId="urn:microsoft.com/office/officeart/2005/8/layout/hierarchy1"/>
    <dgm:cxn modelId="{C779501F-ABBE-C04D-B612-F815EFFE430C}" type="presParOf" srcId="{99CFB31F-DF32-0F48-997A-D37AD29C4992}" destId="{D8869F35-5ABD-3E46-98CE-D85B3DB5229A}" srcOrd="0" destOrd="0" presId="urn:microsoft.com/office/officeart/2005/8/layout/hierarchy1"/>
    <dgm:cxn modelId="{9E5AC3F7-62DE-5E4B-8BBE-3F4B436D4269}" type="presParOf" srcId="{99CFB31F-DF32-0F48-997A-D37AD29C4992}" destId="{BEF4A6D4-EEE5-0544-9694-F81926275A50}" srcOrd="1" destOrd="0" presId="urn:microsoft.com/office/officeart/2005/8/layout/hierarchy1"/>
    <dgm:cxn modelId="{D6AB5246-0A93-7343-AA0E-9625A0ECD203}" type="presParOf" srcId="{E58B9076-94F9-C645-9C80-66411067D862}" destId="{B8FBD8C0-0889-B548-A3DA-4525FBB9780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66636-51B9-4A46-9A5E-6289DB4C6730}">
      <dsp:nvSpPr>
        <dsp:cNvPr id="0" name=""/>
        <dsp:cNvSpPr/>
      </dsp:nvSpPr>
      <dsp:spPr>
        <a:xfrm>
          <a:off x="0" y="417"/>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12CFDC-34C7-6E4F-9081-7A8FA03E759A}">
      <dsp:nvSpPr>
        <dsp:cNvPr id="0" name=""/>
        <dsp:cNvSpPr/>
      </dsp:nvSpPr>
      <dsp:spPr>
        <a:xfrm>
          <a:off x="0" y="417"/>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Background: Organizations &amp; Incident</a:t>
          </a:r>
        </a:p>
      </dsp:txBody>
      <dsp:txXfrm>
        <a:off x="0" y="417"/>
        <a:ext cx="5211978" cy="379496"/>
      </dsp:txXfrm>
    </dsp:sp>
    <dsp:sp modelId="{7A1308DC-349C-1C46-91F6-DA3A307255D9}">
      <dsp:nvSpPr>
        <dsp:cNvPr id="0" name=""/>
        <dsp:cNvSpPr/>
      </dsp:nvSpPr>
      <dsp:spPr>
        <a:xfrm>
          <a:off x="0" y="379913"/>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845112-1775-AF4B-B25C-F9D841F3447C}">
      <dsp:nvSpPr>
        <dsp:cNvPr id="0" name=""/>
        <dsp:cNvSpPr/>
      </dsp:nvSpPr>
      <dsp:spPr>
        <a:xfrm>
          <a:off x="0" y="379913"/>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Attack Timeline: How the Incident Unfolded</a:t>
          </a:r>
        </a:p>
      </dsp:txBody>
      <dsp:txXfrm>
        <a:off x="0" y="379913"/>
        <a:ext cx="5211978" cy="379496"/>
      </dsp:txXfrm>
    </dsp:sp>
    <dsp:sp modelId="{3AD5E686-4052-8340-83DB-500E9DF2BD59}">
      <dsp:nvSpPr>
        <dsp:cNvPr id="0" name=""/>
        <dsp:cNvSpPr/>
      </dsp:nvSpPr>
      <dsp:spPr>
        <a:xfrm>
          <a:off x="0" y="759409"/>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54E9A4-F8FB-674C-B431-633B76C29896}">
      <dsp:nvSpPr>
        <dsp:cNvPr id="0" name=""/>
        <dsp:cNvSpPr/>
      </dsp:nvSpPr>
      <dsp:spPr>
        <a:xfrm>
          <a:off x="0" y="759409"/>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Technical Aspects: The Stolen Trade Secrets</a:t>
          </a:r>
        </a:p>
      </dsp:txBody>
      <dsp:txXfrm>
        <a:off x="0" y="759409"/>
        <a:ext cx="5211978" cy="379496"/>
      </dsp:txXfrm>
    </dsp:sp>
    <dsp:sp modelId="{4CD6214A-CF1F-7C45-8250-2C93EBF8B808}">
      <dsp:nvSpPr>
        <dsp:cNvPr id="0" name=""/>
        <dsp:cNvSpPr/>
      </dsp:nvSpPr>
      <dsp:spPr>
        <a:xfrm>
          <a:off x="0" y="1138905"/>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F908F7-394C-6342-9516-3C1D1D317DA2}">
      <dsp:nvSpPr>
        <dsp:cNvPr id="0" name=""/>
        <dsp:cNvSpPr/>
      </dsp:nvSpPr>
      <dsp:spPr>
        <a:xfrm>
          <a:off x="0" y="1138905"/>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Organizational &amp; Governance Failures</a:t>
          </a:r>
        </a:p>
      </dsp:txBody>
      <dsp:txXfrm>
        <a:off x="0" y="1138905"/>
        <a:ext cx="5211978" cy="379496"/>
      </dsp:txXfrm>
    </dsp:sp>
    <dsp:sp modelId="{09A09CFE-16EB-0C42-A5C6-B4F92E1F3EA4}">
      <dsp:nvSpPr>
        <dsp:cNvPr id="0" name=""/>
        <dsp:cNvSpPr/>
      </dsp:nvSpPr>
      <dsp:spPr>
        <a:xfrm>
          <a:off x="0" y="1518401"/>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6F8A7A-9C04-0B43-90E8-B3672025D1E8}">
      <dsp:nvSpPr>
        <dsp:cNvPr id="0" name=""/>
        <dsp:cNvSpPr/>
      </dsp:nvSpPr>
      <dsp:spPr>
        <a:xfrm>
          <a:off x="0" y="1518401"/>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Incident Response Evaluation</a:t>
          </a:r>
        </a:p>
      </dsp:txBody>
      <dsp:txXfrm>
        <a:off x="0" y="1518401"/>
        <a:ext cx="5211978" cy="379496"/>
      </dsp:txXfrm>
    </dsp:sp>
    <dsp:sp modelId="{CB5A7025-99E6-6344-B46A-3422F71E77BB}">
      <dsp:nvSpPr>
        <dsp:cNvPr id="0" name=""/>
        <dsp:cNvSpPr/>
      </dsp:nvSpPr>
      <dsp:spPr>
        <a:xfrm>
          <a:off x="0" y="1897898"/>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55789C-B5D8-784F-BC5C-83B30622A83C}">
      <dsp:nvSpPr>
        <dsp:cNvPr id="0" name=""/>
        <dsp:cNvSpPr/>
      </dsp:nvSpPr>
      <dsp:spPr>
        <a:xfrm>
          <a:off x="0" y="1897898"/>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Legal, Ethical &amp; Business Implications</a:t>
          </a:r>
        </a:p>
      </dsp:txBody>
      <dsp:txXfrm>
        <a:off x="0" y="1897898"/>
        <a:ext cx="5211978" cy="379496"/>
      </dsp:txXfrm>
    </dsp:sp>
    <dsp:sp modelId="{6B3321DA-B1F0-7244-AAF9-27379B67A9DF}">
      <dsp:nvSpPr>
        <dsp:cNvPr id="0" name=""/>
        <dsp:cNvSpPr/>
      </dsp:nvSpPr>
      <dsp:spPr>
        <a:xfrm>
          <a:off x="0" y="2277394"/>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BE1D73-0BFC-1C4C-A002-78ECD1F3618A}">
      <dsp:nvSpPr>
        <dsp:cNvPr id="0" name=""/>
        <dsp:cNvSpPr/>
      </dsp:nvSpPr>
      <dsp:spPr>
        <a:xfrm>
          <a:off x="0" y="2277394"/>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Recommendations &amp; Lessons Learned</a:t>
          </a:r>
        </a:p>
      </dsp:txBody>
      <dsp:txXfrm>
        <a:off x="0" y="2277394"/>
        <a:ext cx="5211978" cy="379496"/>
      </dsp:txXfrm>
    </dsp:sp>
    <dsp:sp modelId="{9888A63B-0A7B-EE45-A08E-7E1504A3A0B2}">
      <dsp:nvSpPr>
        <dsp:cNvPr id="0" name=""/>
        <dsp:cNvSpPr/>
      </dsp:nvSpPr>
      <dsp:spPr>
        <a:xfrm>
          <a:off x="0" y="2656890"/>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CBEE96-C358-0A47-924B-DCFAFA6D9FCB}">
      <dsp:nvSpPr>
        <dsp:cNvPr id="0" name=""/>
        <dsp:cNvSpPr/>
      </dsp:nvSpPr>
      <dsp:spPr>
        <a:xfrm>
          <a:off x="0" y="2656890"/>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Connection to Class Concepts</a:t>
          </a:r>
        </a:p>
      </dsp:txBody>
      <dsp:txXfrm>
        <a:off x="0" y="2656890"/>
        <a:ext cx="5211978" cy="379496"/>
      </dsp:txXfrm>
    </dsp:sp>
    <dsp:sp modelId="{9A8BF678-1110-A74E-BC67-5FC195B54A37}">
      <dsp:nvSpPr>
        <dsp:cNvPr id="0" name=""/>
        <dsp:cNvSpPr/>
      </dsp:nvSpPr>
      <dsp:spPr>
        <a:xfrm>
          <a:off x="0" y="3036386"/>
          <a:ext cx="5211978"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12557A-5A5E-9C4C-823D-CC24EB26241D}">
      <dsp:nvSpPr>
        <dsp:cNvPr id="0" name=""/>
        <dsp:cNvSpPr/>
      </dsp:nvSpPr>
      <dsp:spPr>
        <a:xfrm>
          <a:off x="0" y="3036386"/>
          <a:ext cx="5211978" cy="379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Discussion Questions</a:t>
          </a:r>
        </a:p>
      </dsp:txBody>
      <dsp:txXfrm>
        <a:off x="0" y="3036386"/>
        <a:ext cx="5211978" cy="3794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CB9277-8341-495E-A8C4-5C2D92FE629D}">
      <dsp:nvSpPr>
        <dsp:cNvPr id="0" name=""/>
        <dsp:cNvSpPr/>
      </dsp:nvSpPr>
      <dsp:spPr>
        <a:xfrm>
          <a:off x="0" y="376"/>
          <a:ext cx="9625383" cy="8816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AB4F98-D91C-48DD-AEE1-F3CBDC1DD5CE}">
      <dsp:nvSpPr>
        <dsp:cNvPr id="0" name=""/>
        <dsp:cNvSpPr/>
      </dsp:nvSpPr>
      <dsp:spPr>
        <a:xfrm>
          <a:off x="266693" y="198743"/>
          <a:ext cx="484896" cy="48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F610F5C-B5FF-4162-BDFE-F6FA23E325FA}">
      <dsp:nvSpPr>
        <dsp:cNvPr id="0" name=""/>
        <dsp:cNvSpPr/>
      </dsp:nvSpPr>
      <dsp:spPr>
        <a:xfrm>
          <a:off x="1018283" y="376"/>
          <a:ext cx="8607099" cy="88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06" tIns="93306" rIns="93306" bIns="93306" numCol="1" spcCol="1270" anchor="ctr" anchorCtr="0">
          <a:noAutofit/>
        </a:bodyPr>
        <a:lstStyle/>
        <a:p>
          <a:pPr marL="0" lvl="0" indent="0" algn="l" defTabSz="711200">
            <a:lnSpc>
              <a:spcPct val="90000"/>
            </a:lnSpc>
            <a:spcBef>
              <a:spcPct val="0"/>
            </a:spcBef>
            <a:spcAft>
              <a:spcPct val="35000"/>
            </a:spcAft>
            <a:buNone/>
          </a:pPr>
          <a:r>
            <a:rPr lang="en-US" sz="1600" b="1" kern="1200"/>
            <a:t>Background of the Organizations</a:t>
          </a:r>
          <a:endParaRPr lang="en-US" sz="1600" kern="1200"/>
        </a:p>
      </dsp:txBody>
      <dsp:txXfrm>
        <a:off x="1018283" y="376"/>
        <a:ext cx="8607099" cy="881630"/>
      </dsp:txXfrm>
    </dsp:sp>
    <dsp:sp modelId="{3693C49E-C1AA-4C20-9C24-D155DD78BF65}">
      <dsp:nvSpPr>
        <dsp:cNvPr id="0" name=""/>
        <dsp:cNvSpPr/>
      </dsp:nvSpPr>
      <dsp:spPr>
        <a:xfrm>
          <a:off x="0" y="1102415"/>
          <a:ext cx="9625383" cy="8816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FCDCDA-3262-413B-A5B4-7B49CD12DC94}">
      <dsp:nvSpPr>
        <dsp:cNvPr id="0" name=""/>
        <dsp:cNvSpPr/>
      </dsp:nvSpPr>
      <dsp:spPr>
        <a:xfrm>
          <a:off x="266693" y="1300782"/>
          <a:ext cx="484896" cy="484896"/>
        </a:xfrm>
        <a:prstGeom prst="rect">
          <a:avLst/>
        </a:prstGeom>
        <a:solidFill>
          <a:schemeClr val="accent5">
            <a:hueOff val="1219212"/>
            <a:satOff val="-9721"/>
            <a:lumOff val="-7353"/>
            <a:alphaOff val="0"/>
          </a:schemeClr>
        </a:solid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68E3120-ABDE-4B7C-8151-095448A19323}">
      <dsp:nvSpPr>
        <dsp:cNvPr id="0" name=""/>
        <dsp:cNvSpPr/>
      </dsp:nvSpPr>
      <dsp:spPr>
        <a:xfrm>
          <a:off x="1018283" y="1102415"/>
          <a:ext cx="8607099" cy="88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06" tIns="93306" rIns="93306" bIns="93306" numCol="1" spcCol="1270" anchor="ctr" anchorCtr="0">
          <a:noAutofit/>
        </a:bodyPr>
        <a:lstStyle/>
        <a:p>
          <a:pPr marL="0" lvl="0" indent="0" algn="l" defTabSz="711200">
            <a:lnSpc>
              <a:spcPct val="90000"/>
            </a:lnSpc>
            <a:spcBef>
              <a:spcPct val="0"/>
            </a:spcBef>
            <a:spcAft>
              <a:spcPct val="35000"/>
            </a:spcAft>
            <a:buNone/>
          </a:pPr>
          <a:r>
            <a:rPr lang="en-US" sz="1600" b="1" kern="1200"/>
            <a:t>Waymo:</a:t>
          </a:r>
          <a:r>
            <a:rPr lang="en-US" sz="1600" kern="1200"/>
            <a:t> A subsidiary of Alphabet Inc. (Google’s parent company) focused on autonomous vehicle (AV) development. Waymo invested over $1.1 billion and years of intensive R&amp;D into mastering autonomous technology. </a:t>
          </a:r>
        </a:p>
      </dsp:txBody>
      <dsp:txXfrm>
        <a:off x="1018283" y="1102415"/>
        <a:ext cx="8607099" cy="881630"/>
      </dsp:txXfrm>
    </dsp:sp>
    <dsp:sp modelId="{3DC45D6F-75EA-403A-A6D0-D96D2FA2FF95}">
      <dsp:nvSpPr>
        <dsp:cNvPr id="0" name=""/>
        <dsp:cNvSpPr/>
      </dsp:nvSpPr>
      <dsp:spPr>
        <a:xfrm>
          <a:off x="0" y="2204453"/>
          <a:ext cx="9625383" cy="8816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EFB07E-3DA3-4E4E-96F2-6BDB07229DB2}">
      <dsp:nvSpPr>
        <dsp:cNvPr id="0" name=""/>
        <dsp:cNvSpPr/>
      </dsp:nvSpPr>
      <dsp:spPr>
        <a:xfrm>
          <a:off x="266693" y="2402820"/>
          <a:ext cx="484896" cy="484896"/>
        </a:xfrm>
        <a:prstGeom prst="rect">
          <a:avLst/>
        </a:prstGeom>
        <a:solidFill>
          <a:schemeClr val="accent5">
            <a:hueOff val="2438425"/>
            <a:satOff val="-19443"/>
            <a:lumOff val="-14705"/>
            <a:alphaOff val="0"/>
          </a:schemeClr>
        </a:solid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7A96803-19F1-4400-971B-E5EF973E63F7}">
      <dsp:nvSpPr>
        <dsp:cNvPr id="0" name=""/>
        <dsp:cNvSpPr/>
      </dsp:nvSpPr>
      <dsp:spPr>
        <a:xfrm>
          <a:off x="1018283" y="2204453"/>
          <a:ext cx="8607099" cy="88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06" tIns="93306" rIns="93306" bIns="93306" numCol="1" spcCol="1270" anchor="ctr" anchorCtr="0">
          <a:noAutofit/>
        </a:bodyPr>
        <a:lstStyle/>
        <a:p>
          <a:pPr marL="0" lvl="0" indent="0" algn="l" defTabSz="711200">
            <a:lnSpc>
              <a:spcPct val="90000"/>
            </a:lnSpc>
            <a:spcBef>
              <a:spcPct val="0"/>
            </a:spcBef>
            <a:spcAft>
              <a:spcPct val="35000"/>
            </a:spcAft>
            <a:buNone/>
          </a:pPr>
          <a:r>
            <a:rPr lang="en-US" sz="1600" b="1" kern="1200" dirty="0"/>
            <a:t>Uber Technologies:</a:t>
          </a:r>
          <a:r>
            <a:rPr lang="en-US" sz="1600" kern="1200" dirty="0"/>
            <a:t> A global ride-hailing giant that viewed autonomous driving as vital to its long-term corporate survival, attempting to build a competing program rapidly. </a:t>
          </a:r>
        </a:p>
      </dsp:txBody>
      <dsp:txXfrm>
        <a:off x="1018283" y="2204453"/>
        <a:ext cx="8607099" cy="8816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3697D-DC15-EC4D-AB69-E3BBD8398533}">
      <dsp:nvSpPr>
        <dsp:cNvPr id="0" name=""/>
        <dsp:cNvSpPr/>
      </dsp:nvSpPr>
      <dsp:spPr>
        <a:xfrm>
          <a:off x="240634" y="1657429"/>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Summer 2015</a:t>
          </a:r>
        </a:p>
      </dsp:txBody>
      <dsp:txXfrm>
        <a:off x="240634" y="1657429"/>
        <a:ext cx="1925076" cy="348770"/>
      </dsp:txXfrm>
    </dsp:sp>
    <dsp:sp modelId="{04C5B231-6AF9-9341-AF59-215B3B4BFA5C}">
      <dsp:nvSpPr>
        <dsp:cNvPr id="0" name=""/>
        <dsp:cNvSpPr/>
      </dsp:nvSpPr>
      <dsp:spPr>
        <a:xfrm>
          <a:off x="0" y="1481501"/>
          <a:ext cx="9625383" cy="123458"/>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203501-FCEC-9248-9AF6-54D0D6331BA4}">
      <dsp:nvSpPr>
        <dsp:cNvPr id="0" name=""/>
        <dsp:cNvSpPr/>
      </dsp:nvSpPr>
      <dsp:spPr>
        <a:xfrm>
          <a:off x="144380" y="122590"/>
          <a:ext cx="2117584" cy="834212"/>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Levandowsi meets with Uber executive about starting a self-driving startup Uber could acquire</a:t>
          </a:r>
        </a:p>
      </dsp:txBody>
      <dsp:txXfrm>
        <a:off x="144380" y="122590"/>
        <a:ext cx="2117584" cy="834212"/>
      </dsp:txXfrm>
    </dsp:sp>
    <dsp:sp modelId="{0A50EA56-E939-4140-9BBF-5F26A18FDB54}">
      <dsp:nvSpPr>
        <dsp:cNvPr id="0" name=""/>
        <dsp:cNvSpPr/>
      </dsp:nvSpPr>
      <dsp:spPr>
        <a:xfrm>
          <a:off x="1203172" y="956802"/>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0C2260BB-A259-4545-8218-8AB7E3D26F2A}">
      <dsp:nvSpPr>
        <dsp:cNvPr id="0" name=""/>
        <dsp:cNvSpPr/>
      </dsp:nvSpPr>
      <dsp:spPr>
        <a:xfrm>
          <a:off x="1443807" y="1080261"/>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a:t>3 Dec. 2015</a:t>
          </a:r>
        </a:p>
      </dsp:txBody>
      <dsp:txXfrm>
        <a:off x="1443807" y="1080261"/>
        <a:ext cx="1925076" cy="348770"/>
      </dsp:txXfrm>
    </dsp:sp>
    <dsp:sp modelId="{6DDE92F4-51E5-9242-A81A-3D7317891B47}">
      <dsp:nvSpPr>
        <dsp:cNvPr id="0" name=""/>
        <dsp:cNvSpPr/>
      </dsp:nvSpPr>
      <dsp:spPr>
        <a:xfrm>
          <a:off x="1347553" y="2129658"/>
          <a:ext cx="2117584" cy="672752"/>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Levandowski searches for access to Waymo's "highly confidential" design server</a:t>
          </a:r>
        </a:p>
      </dsp:txBody>
      <dsp:txXfrm>
        <a:off x="1347553" y="2129658"/>
        <a:ext cx="2117584" cy="672752"/>
      </dsp:txXfrm>
    </dsp:sp>
    <dsp:sp modelId="{D768A9F2-26CF-B742-942E-BB238C68D87A}">
      <dsp:nvSpPr>
        <dsp:cNvPr id="0" name=""/>
        <dsp:cNvSpPr/>
      </dsp:nvSpPr>
      <dsp:spPr>
        <a:xfrm>
          <a:off x="2406345" y="1604959"/>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A0E8E33C-7D9D-D149-8EB6-26029EB3441D}">
      <dsp:nvSpPr>
        <dsp:cNvPr id="0" name=""/>
        <dsp:cNvSpPr/>
      </dsp:nvSpPr>
      <dsp:spPr>
        <a:xfrm>
          <a:off x="1164592"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76598BEA-F0B1-1343-BC88-AEA750CD3921}">
      <dsp:nvSpPr>
        <dsp:cNvPr id="0" name=""/>
        <dsp:cNvSpPr/>
      </dsp:nvSpPr>
      <dsp:spPr>
        <a:xfrm>
          <a:off x="2367764"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B413D3B0-D7C0-ED42-80F1-35AFF196FEEE}">
      <dsp:nvSpPr>
        <dsp:cNvPr id="0" name=""/>
        <dsp:cNvSpPr/>
      </dsp:nvSpPr>
      <dsp:spPr>
        <a:xfrm>
          <a:off x="2646980" y="1657429"/>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11 Dec. 2015</a:t>
          </a:r>
        </a:p>
      </dsp:txBody>
      <dsp:txXfrm>
        <a:off x="2646980" y="1657429"/>
        <a:ext cx="1925076" cy="348770"/>
      </dsp:txXfrm>
    </dsp:sp>
    <dsp:sp modelId="{E54AAD43-AA84-664F-8A6E-21337964CD7C}">
      <dsp:nvSpPr>
        <dsp:cNvPr id="0" name=""/>
        <dsp:cNvSpPr/>
      </dsp:nvSpPr>
      <dsp:spPr>
        <a:xfrm>
          <a:off x="2550726" y="284050"/>
          <a:ext cx="2117584" cy="672752"/>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Installs special software, downloads 14,000+ files (9.7 GB)</a:t>
          </a:r>
        </a:p>
      </dsp:txBody>
      <dsp:txXfrm>
        <a:off x="2550726" y="284050"/>
        <a:ext cx="2117584" cy="672752"/>
      </dsp:txXfrm>
    </dsp:sp>
    <dsp:sp modelId="{716EE400-FC52-814F-A9D5-2CC8A40B568A}">
      <dsp:nvSpPr>
        <dsp:cNvPr id="0" name=""/>
        <dsp:cNvSpPr/>
      </dsp:nvSpPr>
      <dsp:spPr>
        <a:xfrm>
          <a:off x="3609518" y="956802"/>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2724D3A6-D45D-7E41-949B-9BA01453239E}">
      <dsp:nvSpPr>
        <dsp:cNvPr id="0" name=""/>
        <dsp:cNvSpPr/>
      </dsp:nvSpPr>
      <dsp:spPr>
        <a:xfrm>
          <a:off x="3850153" y="1080261"/>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a:t>Jan. 2016</a:t>
          </a:r>
        </a:p>
      </dsp:txBody>
      <dsp:txXfrm>
        <a:off x="3850153" y="1080261"/>
        <a:ext cx="1925076" cy="348770"/>
      </dsp:txXfrm>
    </dsp:sp>
    <dsp:sp modelId="{38059506-36F3-814F-9177-8F8D59890A34}">
      <dsp:nvSpPr>
        <dsp:cNvPr id="0" name=""/>
        <dsp:cNvSpPr/>
      </dsp:nvSpPr>
      <dsp:spPr>
        <a:xfrm>
          <a:off x="3753899" y="2129658"/>
          <a:ext cx="2117584" cy="524746"/>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Levandowski resigns from Waymo</a:t>
          </a:r>
        </a:p>
      </dsp:txBody>
      <dsp:txXfrm>
        <a:off x="3753899" y="2129658"/>
        <a:ext cx="2117584" cy="524746"/>
      </dsp:txXfrm>
    </dsp:sp>
    <dsp:sp modelId="{33C9BF94-8574-3248-81FE-4124F63B04A7}">
      <dsp:nvSpPr>
        <dsp:cNvPr id="0" name=""/>
        <dsp:cNvSpPr/>
      </dsp:nvSpPr>
      <dsp:spPr>
        <a:xfrm>
          <a:off x="4812691" y="1604959"/>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16935949-C3F2-E64E-BB60-C40520E7F5C4}">
      <dsp:nvSpPr>
        <dsp:cNvPr id="0" name=""/>
        <dsp:cNvSpPr/>
      </dsp:nvSpPr>
      <dsp:spPr>
        <a:xfrm>
          <a:off x="3570937"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78482FA2-CBAB-454A-9541-828E6D0D2A53}">
      <dsp:nvSpPr>
        <dsp:cNvPr id="0" name=""/>
        <dsp:cNvSpPr/>
      </dsp:nvSpPr>
      <dsp:spPr>
        <a:xfrm>
          <a:off x="4774110"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6D470A15-ABD7-D843-8EF7-DF28735CE38B}">
      <dsp:nvSpPr>
        <dsp:cNvPr id="0" name=""/>
        <dsp:cNvSpPr/>
      </dsp:nvSpPr>
      <dsp:spPr>
        <a:xfrm>
          <a:off x="5053326" y="1657429"/>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Jan. 2016</a:t>
          </a:r>
        </a:p>
      </dsp:txBody>
      <dsp:txXfrm>
        <a:off x="5053326" y="1657429"/>
        <a:ext cx="1925076" cy="348770"/>
      </dsp:txXfrm>
    </dsp:sp>
    <dsp:sp modelId="{FA98F259-6E33-BF4A-B2D4-BFEAE888DCDA}">
      <dsp:nvSpPr>
        <dsp:cNvPr id="0" name=""/>
        <dsp:cNvSpPr/>
      </dsp:nvSpPr>
      <dsp:spPr>
        <a:xfrm>
          <a:off x="4957072" y="432056"/>
          <a:ext cx="2117584" cy="524746"/>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Founds Otto (self-driving truck startup)</a:t>
          </a:r>
        </a:p>
      </dsp:txBody>
      <dsp:txXfrm>
        <a:off x="4957072" y="432056"/>
        <a:ext cx="2117584" cy="524746"/>
      </dsp:txXfrm>
    </dsp:sp>
    <dsp:sp modelId="{9DDA2CA1-B683-6642-A5DA-E26496AD2CDF}">
      <dsp:nvSpPr>
        <dsp:cNvPr id="0" name=""/>
        <dsp:cNvSpPr/>
      </dsp:nvSpPr>
      <dsp:spPr>
        <a:xfrm>
          <a:off x="6015864" y="956802"/>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980BAECE-98F8-F84F-9AA9-329E62BEA22F}">
      <dsp:nvSpPr>
        <dsp:cNvPr id="0" name=""/>
        <dsp:cNvSpPr/>
      </dsp:nvSpPr>
      <dsp:spPr>
        <a:xfrm>
          <a:off x="6256498" y="1080261"/>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a:t>Aug. 2016</a:t>
          </a:r>
        </a:p>
      </dsp:txBody>
      <dsp:txXfrm>
        <a:off x="6256498" y="1080261"/>
        <a:ext cx="1925076" cy="348770"/>
      </dsp:txXfrm>
    </dsp:sp>
    <dsp:sp modelId="{0F07150E-9149-2F4B-A9A8-918031016BDD}">
      <dsp:nvSpPr>
        <dsp:cNvPr id="0" name=""/>
        <dsp:cNvSpPr/>
      </dsp:nvSpPr>
      <dsp:spPr>
        <a:xfrm>
          <a:off x="6160245" y="2129658"/>
          <a:ext cx="2117584" cy="524746"/>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Uber acquires Otto for ~$680M</a:t>
          </a:r>
        </a:p>
      </dsp:txBody>
      <dsp:txXfrm>
        <a:off x="6160245" y="2129658"/>
        <a:ext cx="2117584" cy="524746"/>
      </dsp:txXfrm>
    </dsp:sp>
    <dsp:sp modelId="{AA373EE7-8609-5C4D-B3F8-A30A64EDB6C7}">
      <dsp:nvSpPr>
        <dsp:cNvPr id="0" name=""/>
        <dsp:cNvSpPr/>
      </dsp:nvSpPr>
      <dsp:spPr>
        <a:xfrm>
          <a:off x="7219037" y="1604959"/>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B7FFE632-D1A7-FF40-BAB8-D701FC95A920}">
      <dsp:nvSpPr>
        <dsp:cNvPr id="0" name=""/>
        <dsp:cNvSpPr/>
      </dsp:nvSpPr>
      <dsp:spPr>
        <a:xfrm>
          <a:off x="5977283"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A43E58EC-1C83-4740-BE16-FA9A9AA4F855}">
      <dsp:nvSpPr>
        <dsp:cNvPr id="0" name=""/>
        <dsp:cNvSpPr/>
      </dsp:nvSpPr>
      <dsp:spPr>
        <a:xfrm>
          <a:off x="7180456"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F2412AB4-4683-C746-8BC0-391E481A4FBD}">
      <dsp:nvSpPr>
        <dsp:cNvPr id="0" name=""/>
        <dsp:cNvSpPr/>
      </dsp:nvSpPr>
      <dsp:spPr>
        <a:xfrm>
          <a:off x="7459671" y="1657429"/>
          <a:ext cx="1925076" cy="348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Feb. 2017</a:t>
          </a:r>
        </a:p>
      </dsp:txBody>
      <dsp:txXfrm>
        <a:off x="7459671" y="1657429"/>
        <a:ext cx="1925076" cy="348770"/>
      </dsp:txXfrm>
    </dsp:sp>
    <dsp:sp modelId="{29153FE5-5566-CD43-9C71-0923B2903FDB}">
      <dsp:nvSpPr>
        <dsp:cNvPr id="0" name=""/>
        <dsp:cNvSpPr/>
      </dsp:nvSpPr>
      <dsp:spPr>
        <a:xfrm>
          <a:off x="7363417" y="526241"/>
          <a:ext cx="2117584" cy="430561"/>
        </a:xfrm>
        <a:prstGeom prst="rect">
          <a:avLst/>
        </a:prstGeom>
        <a:solidFill>
          <a:schemeClr val="accent3">
            <a:alpha val="90000"/>
            <a:tint val="40000"/>
            <a:hueOff val="0"/>
            <a:satOff val="0"/>
            <a:lumOff val="0"/>
            <a:alphaOff val="0"/>
          </a:schemeClr>
        </a:solidFill>
        <a:ln w="19050" cap="rnd"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Waymo sues Uber</a:t>
          </a:r>
        </a:p>
      </dsp:txBody>
      <dsp:txXfrm>
        <a:off x="7363417" y="526241"/>
        <a:ext cx="2117584" cy="430561"/>
      </dsp:txXfrm>
    </dsp:sp>
    <dsp:sp modelId="{09F5DFDF-940C-574F-83B9-D52F5A666A84}">
      <dsp:nvSpPr>
        <dsp:cNvPr id="0" name=""/>
        <dsp:cNvSpPr/>
      </dsp:nvSpPr>
      <dsp:spPr>
        <a:xfrm>
          <a:off x="8422210" y="956802"/>
          <a:ext cx="0" cy="524698"/>
        </a:xfrm>
        <a:prstGeom prst="line">
          <a:avLst/>
        </a:prstGeom>
        <a:solidFill>
          <a:schemeClr val="accent3">
            <a:hueOff val="0"/>
            <a:satOff val="0"/>
            <a:lumOff val="0"/>
            <a:alphaOff val="0"/>
          </a:schemeClr>
        </a:solidFill>
        <a:ln w="6350" cap="rnd" cmpd="sng" algn="ctr">
          <a:solidFill>
            <a:schemeClr val="accent3">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D172BBAF-54CF-E842-A88D-218491D02CBB}">
      <dsp:nvSpPr>
        <dsp:cNvPr id="0" name=""/>
        <dsp:cNvSpPr/>
      </dsp:nvSpPr>
      <dsp:spPr>
        <a:xfrm>
          <a:off x="8383629" y="1504649"/>
          <a:ext cx="77161" cy="77161"/>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2B6135-217A-5849-85D1-F1E448B413EB}">
      <dsp:nvSpPr>
        <dsp:cNvPr id="0" name=""/>
        <dsp:cNvSpPr/>
      </dsp:nvSpPr>
      <dsp:spPr>
        <a:xfrm>
          <a:off x="174206" y="2045970"/>
          <a:ext cx="1387724" cy="430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Feb. 2017</a:t>
          </a:r>
        </a:p>
      </dsp:txBody>
      <dsp:txXfrm>
        <a:off x="174206" y="2045970"/>
        <a:ext cx="1387724" cy="430530"/>
      </dsp:txXfrm>
    </dsp:sp>
    <dsp:sp modelId="{061CD8E8-7969-E54D-9C11-AAFD3B9638C4}">
      <dsp:nvSpPr>
        <dsp:cNvPr id="0" name=""/>
        <dsp:cNvSpPr/>
      </dsp:nvSpPr>
      <dsp:spPr>
        <a:xfrm>
          <a:off x="0" y="1828800"/>
          <a:ext cx="6072775" cy="15240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CD98F9-AB7E-2045-BD13-9EBBD8F11AB4}">
      <dsp:nvSpPr>
        <dsp:cNvPr id="0" name=""/>
        <dsp:cNvSpPr/>
      </dsp:nvSpPr>
      <dsp:spPr>
        <a:xfrm>
          <a:off x="104820" y="0"/>
          <a:ext cx="1526496" cy="118110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Waymo files lawsuit: trade secret misappropriation, patent infringement, unfair competition</a:t>
          </a:r>
        </a:p>
      </dsp:txBody>
      <dsp:txXfrm>
        <a:off x="104820" y="0"/>
        <a:ext cx="1526496" cy="1181100"/>
      </dsp:txXfrm>
    </dsp:sp>
    <dsp:sp modelId="{CDD18868-C97E-FA40-AE4F-8A02E9379237}">
      <dsp:nvSpPr>
        <dsp:cNvPr id="0" name=""/>
        <dsp:cNvSpPr/>
      </dsp:nvSpPr>
      <dsp:spPr>
        <a:xfrm>
          <a:off x="868068" y="1181099"/>
          <a:ext cx="0" cy="647700"/>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957C0194-211D-8747-BAC2-0ADC2383CFCD}">
      <dsp:nvSpPr>
        <dsp:cNvPr id="0" name=""/>
        <dsp:cNvSpPr/>
      </dsp:nvSpPr>
      <dsp:spPr>
        <a:xfrm>
          <a:off x="1041534" y="1333500"/>
          <a:ext cx="1387724" cy="430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a:t>Apr. 2017</a:t>
          </a:r>
        </a:p>
      </dsp:txBody>
      <dsp:txXfrm>
        <a:off x="1041534" y="1333500"/>
        <a:ext cx="1387724" cy="430530"/>
      </dsp:txXfrm>
    </dsp:sp>
    <dsp:sp modelId="{05F74D56-592D-D74E-B466-A5AEE0CCFB86}">
      <dsp:nvSpPr>
        <dsp:cNvPr id="0" name=""/>
        <dsp:cNvSpPr/>
      </dsp:nvSpPr>
      <dsp:spPr>
        <a:xfrm>
          <a:off x="972148" y="2628900"/>
          <a:ext cx="1526496" cy="83046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Levandowski invokes Fifth Amendment, refuses to testify</a:t>
          </a:r>
        </a:p>
      </dsp:txBody>
      <dsp:txXfrm>
        <a:off x="972148" y="2628900"/>
        <a:ext cx="1526496" cy="830460"/>
      </dsp:txXfrm>
    </dsp:sp>
    <dsp:sp modelId="{41663F41-2CED-074E-811E-F3AA02A804B2}">
      <dsp:nvSpPr>
        <dsp:cNvPr id="0" name=""/>
        <dsp:cNvSpPr/>
      </dsp:nvSpPr>
      <dsp:spPr>
        <a:xfrm>
          <a:off x="1735396" y="1981199"/>
          <a:ext cx="0" cy="647700"/>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80C68AF0-43FE-214B-A6E0-4EA768758E77}">
      <dsp:nvSpPr>
        <dsp:cNvPr id="0" name=""/>
        <dsp:cNvSpPr/>
      </dsp:nvSpPr>
      <dsp:spPr>
        <a:xfrm>
          <a:off x="820443" y="1857374"/>
          <a:ext cx="95250" cy="9525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656C0D2C-84EA-CC4D-9C74-A82EF4CB667D}">
      <dsp:nvSpPr>
        <dsp:cNvPr id="0" name=""/>
        <dsp:cNvSpPr/>
      </dsp:nvSpPr>
      <dsp:spPr>
        <a:xfrm>
          <a:off x="1687771" y="1857374"/>
          <a:ext cx="95250" cy="9525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50EF1302-05E8-2648-9AAA-581322CA7D0C}">
      <dsp:nvSpPr>
        <dsp:cNvPr id="0" name=""/>
        <dsp:cNvSpPr/>
      </dsp:nvSpPr>
      <dsp:spPr>
        <a:xfrm>
          <a:off x="1908862" y="2045970"/>
          <a:ext cx="1387724" cy="430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May 2017</a:t>
          </a:r>
        </a:p>
      </dsp:txBody>
      <dsp:txXfrm>
        <a:off x="1908862" y="2045970"/>
        <a:ext cx="1387724" cy="430530"/>
      </dsp:txXfrm>
    </dsp:sp>
    <dsp:sp modelId="{3278A940-3F63-9D41-B603-0DC8C5AA9EC9}">
      <dsp:nvSpPr>
        <dsp:cNvPr id="0" name=""/>
        <dsp:cNvSpPr/>
      </dsp:nvSpPr>
      <dsp:spPr>
        <a:xfrm>
          <a:off x="1839475" y="201156"/>
          <a:ext cx="1526496" cy="979943"/>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Judge Alsup grants limited preliminary injunction against Uber</a:t>
          </a:r>
        </a:p>
      </dsp:txBody>
      <dsp:txXfrm>
        <a:off x="1839475" y="201156"/>
        <a:ext cx="1526496" cy="979943"/>
      </dsp:txXfrm>
    </dsp:sp>
    <dsp:sp modelId="{142F35CF-C13D-6C4D-99B3-C849C84E9FFE}">
      <dsp:nvSpPr>
        <dsp:cNvPr id="0" name=""/>
        <dsp:cNvSpPr/>
      </dsp:nvSpPr>
      <dsp:spPr>
        <a:xfrm>
          <a:off x="2602724" y="1181099"/>
          <a:ext cx="0" cy="647700"/>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3B72E5E6-B30D-864E-A2AC-C8512FF03A96}">
      <dsp:nvSpPr>
        <dsp:cNvPr id="0" name=""/>
        <dsp:cNvSpPr/>
      </dsp:nvSpPr>
      <dsp:spPr>
        <a:xfrm>
          <a:off x="2776189" y="1333500"/>
          <a:ext cx="1387724" cy="430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a:t>May 2017</a:t>
          </a:r>
        </a:p>
      </dsp:txBody>
      <dsp:txXfrm>
        <a:off x="2776189" y="1333500"/>
        <a:ext cx="1387724" cy="430530"/>
      </dsp:txXfrm>
    </dsp:sp>
    <dsp:sp modelId="{3B56E4A2-5B89-414F-B95A-731063FF0184}">
      <dsp:nvSpPr>
        <dsp:cNvPr id="0" name=""/>
        <dsp:cNvSpPr/>
      </dsp:nvSpPr>
      <dsp:spPr>
        <a:xfrm>
          <a:off x="2706803" y="2628900"/>
          <a:ext cx="1526496" cy="979943"/>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Judge refers case to U.S. Department of Justice for criminal investigation</a:t>
          </a:r>
        </a:p>
      </dsp:txBody>
      <dsp:txXfrm>
        <a:off x="2706803" y="2628900"/>
        <a:ext cx="1526496" cy="979943"/>
      </dsp:txXfrm>
    </dsp:sp>
    <dsp:sp modelId="{58069CE9-8809-A341-A207-1AF97ACDFC73}">
      <dsp:nvSpPr>
        <dsp:cNvPr id="0" name=""/>
        <dsp:cNvSpPr/>
      </dsp:nvSpPr>
      <dsp:spPr>
        <a:xfrm>
          <a:off x="3470051" y="1981199"/>
          <a:ext cx="0" cy="647700"/>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ED6CBB0B-9070-A14E-858F-E90CB316CC3B}">
      <dsp:nvSpPr>
        <dsp:cNvPr id="0" name=""/>
        <dsp:cNvSpPr/>
      </dsp:nvSpPr>
      <dsp:spPr>
        <a:xfrm>
          <a:off x="2555099" y="1857374"/>
          <a:ext cx="95250" cy="9525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801BA3DE-B417-8141-8F11-D3C953E1A0F7}">
      <dsp:nvSpPr>
        <dsp:cNvPr id="0" name=""/>
        <dsp:cNvSpPr/>
      </dsp:nvSpPr>
      <dsp:spPr>
        <a:xfrm>
          <a:off x="3422426" y="1857374"/>
          <a:ext cx="95250" cy="9525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A4E3911E-067C-564D-91F3-1B9396F5A592}">
      <dsp:nvSpPr>
        <dsp:cNvPr id="0" name=""/>
        <dsp:cNvSpPr/>
      </dsp:nvSpPr>
      <dsp:spPr>
        <a:xfrm>
          <a:off x="3643517" y="2045970"/>
          <a:ext cx="1387724" cy="430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kern="1200"/>
            <a:t>Sep. 2017</a:t>
          </a:r>
        </a:p>
      </dsp:txBody>
      <dsp:txXfrm>
        <a:off x="3643517" y="2045970"/>
        <a:ext cx="1387724" cy="430530"/>
      </dsp:txXfrm>
    </dsp:sp>
    <dsp:sp modelId="{D9EEA8BF-41C5-4D41-9816-EF15C52F75A6}">
      <dsp:nvSpPr>
        <dsp:cNvPr id="0" name=""/>
        <dsp:cNvSpPr/>
      </dsp:nvSpPr>
      <dsp:spPr>
        <a:xfrm>
          <a:off x="3574131" y="350639"/>
          <a:ext cx="1526496" cy="83046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Judge denies Uber's motion to move case to arbitration</a:t>
          </a:r>
        </a:p>
      </dsp:txBody>
      <dsp:txXfrm>
        <a:off x="3574131" y="350639"/>
        <a:ext cx="1526496" cy="830460"/>
      </dsp:txXfrm>
    </dsp:sp>
    <dsp:sp modelId="{F37BD71B-95C1-CF42-B176-5A4C2805E35C}">
      <dsp:nvSpPr>
        <dsp:cNvPr id="0" name=""/>
        <dsp:cNvSpPr/>
      </dsp:nvSpPr>
      <dsp:spPr>
        <a:xfrm>
          <a:off x="4337379" y="1181099"/>
          <a:ext cx="0" cy="647700"/>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4D4A2495-8978-F84C-BA12-FF09510BB4C8}">
      <dsp:nvSpPr>
        <dsp:cNvPr id="0" name=""/>
        <dsp:cNvSpPr/>
      </dsp:nvSpPr>
      <dsp:spPr>
        <a:xfrm>
          <a:off x="4510844" y="1333500"/>
          <a:ext cx="1387724" cy="430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kern="1200"/>
            <a:t>Feb. 2018</a:t>
          </a:r>
        </a:p>
      </dsp:txBody>
      <dsp:txXfrm>
        <a:off x="4510844" y="1333500"/>
        <a:ext cx="1387724" cy="430530"/>
      </dsp:txXfrm>
    </dsp:sp>
    <dsp:sp modelId="{BBC606B6-87C0-A74D-8602-C63B9FEA1A94}">
      <dsp:nvSpPr>
        <dsp:cNvPr id="0" name=""/>
        <dsp:cNvSpPr/>
      </dsp:nvSpPr>
      <dsp:spPr>
        <a:xfrm>
          <a:off x="4441458" y="2628900"/>
          <a:ext cx="1526496" cy="979943"/>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4775" tIns="104775" rIns="104775" bIns="104775" numCol="1" spcCol="1270" anchor="ctr" anchorCtr="0">
          <a:noAutofit/>
        </a:bodyPr>
        <a:lstStyle/>
        <a:p>
          <a:pPr marL="0" lvl="0" indent="0" algn="l" defTabSz="488950">
            <a:lnSpc>
              <a:spcPct val="90000"/>
            </a:lnSpc>
            <a:spcBef>
              <a:spcPct val="0"/>
            </a:spcBef>
            <a:spcAft>
              <a:spcPct val="35000"/>
            </a:spcAft>
            <a:buNone/>
          </a:pPr>
          <a:r>
            <a:rPr lang="en-US" sz="1100" kern="1200"/>
            <a:t>Settlement reached mid-trial — Uber pays $245M in equity</a:t>
          </a:r>
        </a:p>
      </dsp:txBody>
      <dsp:txXfrm>
        <a:off x="4441458" y="2628900"/>
        <a:ext cx="1526496" cy="979943"/>
      </dsp:txXfrm>
    </dsp:sp>
    <dsp:sp modelId="{E9366AB3-A072-8942-A120-301FA6AAB364}">
      <dsp:nvSpPr>
        <dsp:cNvPr id="0" name=""/>
        <dsp:cNvSpPr/>
      </dsp:nvSpPr>
      <dsp:spPr>
        <a:xfrm>
          <a:off x="5204707" y="1981199"/>
          <a:ext cx="0" cy="647700"/>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65322CB7-262E-114C-9381-99248B8AF788}">
      <dsp:nvSpPr>
        <dsp:cNvPr id="0" name=""/>
        <dsp:cNvSpPr/>
      </dsp:nvSpPr>
      <dsp:spPr>
        <a:xfrm>
          <a:off x="4289754" y="1857374"/>
          <a:ext cx="95250" cy="9525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9B86DB4A-AC6E-4741-AE09-5E25879B5254}">
      <dsp:nvSpPr>
        <dsp:cNvPr id="0" name=""/>
        <dsp:cNvSpPr/>
      </dsp:nvSpPr>
      <dsp:spPr>
        <a:xfrm>
          <a:off x="5157082" y="1857374"/>
          <a:ext cx="95250" cy="9525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4EF605-1898-5342-BE3A-EBB810C5999D}">
      <dsp:nvSpPr>
        <dsp:cNvPr id="0" name=""/>
        <dsp:cNvSpPr/>
      </dsp:nvSpPr>
      <dsp:spPr>
        <a:xfrm>
          <a:off x="193635" y="580"/>
          <a:ext cx="1710761" cy="1026456"/>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Insider Threats</a:t>
          </a:r>
          <a:r>
            <a:rPr lang="en-US" sz="1200" kern="1200"/>
            <a:t> – Malicious insider with fully authorized access</a:t>
          </a:r>
        </a:p>
      </dsp:txBody>
      <dsp:txXfrm>
        <a:off x="193635" y="580"/>
        <a:ext cx="1710761" cy="1026456"/>
      </dsp:txXfrm>
    </dsp:sp>
    <dsp:sp modelId="{8978BEC8-67AE-B24D-AEC5-D617BE823CFE}">
      <dsp:nvSpPr>
        <dsp:cNvPr id="0" name=""/>
        <dsp:cNvSpPr/>
      </dsp:nvSpPr>
      <dsp:spPr>
        <a:xfrm>
          <a:off x="2075473" y="580"/>
          <a:ext cx="1710761" cy="1026456"/>
        </a:xfrm>
        <a:prstGeom prst="rect">
          <a:avLst/>
        </a:prstGeom>
        <a:gradFill rotWithShape="0">
          <a:gsLst>
            <a:gs pos="0">
              <a:schemeClr val="accent2">
                <a:hueOff val="-1647143"/>
                <a:satOff val="75"/>
                <a:lumOff val="0"/>
                <a:alphaOff val="0"/>
                <a:tint val="98000"/>
                <a:lumMod val="114000"/>
              </a:schemeClr>
            </a:gs>
            <a:gs pos="100000">
              <a:schemeClr val="accent2">
                <a:hueOff val="-1647143"/>
                <a:satOff val="75"/>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Access Control</a:t>
          </a:r>
          <a:r>
            <a:rPr lang="en-US" sz="1200" kern="1200"/>
            <a:t> – Failure of least privilege and network segmentation</a:t>
          </a:r>
        </a:p>
      </dsp:txBody>
      <dsp:txXfrm>
        <a:off x="2075473" y="580"/>
        <a:ext cx="1710761" cy="1026456"/>
      </dsp:txXfrm>
    </dsp:sp>
    <dsp:sp modelId="{4722DC0E-3656-494A-B608-59BA56DD7B93}">
      <dsp:nvSpPr>
        <dsp:cNvPr id="0" name=""/>
        <dsp:cNvSpPr/>
      </dsp:nvSpPr>
      <dsp:spPr>
        <a:xfrm>
          <a:off x="3957310" y="580"/>
          <a:ext cx="1710761" cy="1026456"/>
        </a:xfrm>
        <a:prstGeom prst="rect">
          <a:avLst/>
        </a:prstGeom>
        <a:gradFill rotWithShape="0">
          <a:gsLst>
            <a:gs pos="0">
              <a:schemeClr val="accent2">
                <a:hueOff val="-3294287"/>
                <a:satOff val="150"/>
                <a:lumOff val="0"/>
                <a:alphaOff val="0"/>
                <a:tint val="98000"/>
                <a:lumMod val="114000"/>
              </a:schemeClr>
            </a:gs>
            <a:gs pos="100000">
              <a:schemeClr val="accent2">
                <a:hueOff val="-3294287"/>
                <a:satOff val="15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Data Classification</a:t>
          </a:r>
          <a:r>
            <a:rPr lang="en-US" sz="1200" kern="1200"/>
            <a:t> – No automatic tagging of files as trade secrets</a:t>
          </a:r>
        </a:p>
      </dsp:txBody>
      <dsp:txXfrm>
        <a:off x="3957310" y="580"/>
        <a:ext cx="1710761" cy="1026456"/>
      </dsp:txXfrm>
    </dsp:sp>
    <dsp:sp modelId="{8A1645F2-D060-074A-9F9B-89706020C590}">
      <dsp:nvSpPr>
        <dsp:cNvPr id="0" name=""/>
        <dsp:cNvSpPr/>
      </dsp:nvSpPr>
      <dsp:spPr>
        <a:xfrm>
          <a:off x="5839148" y="580"/>
          <a:ext cx="1710761" cy="1026456"/>
        </a:xfrm>
        <a:prstGeom prst="rect">
          <a:avLst/>
        </a:prstGeom>
        <a:gradFill rotWithShape="0">
          <a:gsLst>
            <a:gs pos="0">
              <a:schemeClr val="accent2">
                <a:hueOff val="-4941430"/>
                <a:satOff val="225"/>
                <a:lumOff val="0"/>
                <a:alphaOff val="0"/>
                <a:tint val="98000"/>
                <a:lumMod val="114000"/>
              </a:schemeClr>
            </a:gs>
            <a:gs pos="100000">
              <a:schemeClr val="accent2">
                <a:hueOff val="-4941430"/>
                <a:satOff val="225"/>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Incident Response</a:t>
          </a:r>
          <a:r>
            <a:rPr lang="en-US" sz="1200" kern="1200"/>
            <a:t> – Detection occurred only via a vendor email (major gap)</a:t>
          </a:r>
        </a:p>
      </dsp:txBody>
      <dsp:txXfrm>
        <a:off x="5839148" y="580"/>
        <a:ext cx="1710761" cy="1026456"/>
      </dsp:txXfrm>
    </dsp:sp>
    <dsp:sp modelId="{6AD07E85-E4F0-4E4C-A050-F0A951610AD1}">
      <dsp:nvSpPr>
        <dsp:cNvPr id="0" name=""/>
        <dsp:cNvSpPr/>
      </dsp:nvSpPr>
      <dsp:spPr>
        <a:xfrm>
          <a:off x="7720985" y="580"/>
          <a:ext cx="1710761" cy="1026456"/>
        </a:xfrm>
        <a:prstGeom prst="rect">
          <a:avLst/>
        </a:prstGeom>
        <a:gradFill rotWithShape="0">
          <a:gsLst>
            <a:gs pos="0">
              <a:schemeClr val="accent2">
                <a:hueOff val="-6588574"/>
                <a:satOff val="300"/>
                <a:lumOff val="0"/>
                <a:alphaOff val="0"/>
                <a:tint val="98000"/>
                <a:lumMod val="114000"/>
              </a:schemeClr>
            </a:gs>
            <a:gs pos="100000">
              <a:schemeClr val="accent2">
                <a:hueOff val="-6588574"/>
                <a:satOff val="30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Governance</a:t>
          </a:r>
          <a:r>
            <a:rPr lang="en-US" sz="1200" kern="1200"/>
            <a:t> – Uber’s board approved acquisition without proper IP due diligence</a:t>
          </a:r>
        </a:p>
      </dsp:txBody>
      <dsp:txXfrm>
        <a:off x="7720985" y="580"/>
        <a:ext cx="1710761" cy="1026456"/>
      </dsp:txXfrm>
    </dsp:sp>
    <dsp:sp modelId="{4BBE33F0-9BF0-C349-A0FA-C445C0B1E113}">
      <dsp:nvSpPr>
        <dsp:cNvPr id="0" name=""/>
        <dsp:cNvSpPr/>
      </dsp:nvSpPr>
      <dsp:spPr>
        <a:xfrm>
          <a:off x="193635" y="1198113"/>
          <a:ext cx="1710761" cy="1026456"/>
        </a:xfrm>
        <a:prstGeom prst="rect">
          <a:avLst/>
        </a:prstGeom>
        <a:gradFill rotWithShape="0">
          <a:gsLst>
            <a:gs pos="0">
              <a:schemeClr val="accent2">
                <a:hueOff val="-8235717"/>
                <a:satOff val="375"/>
                <a:lumOff val="0"/>
                <a:alphaOff val="0"/>
                <a:tint val="98000"/>
                <a:lumMod val="114000"/>
              </a:schemeClr>
            </a:gs>
            <a:gs pos="100000">
              <a:schemeClr val="accent2">
                <a:hueOff val="-8235717"/>
                <a:satOff val="375"/>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Risk Management</a:t>
          </a:r>
          <a:r>
            <a:rPr lang="en-US" sz="1200" kern="1200"/>
            <a:t> – Overlooked insider risk and third‑party hiring risks</a:t>
          </a:r>
        </a:p>
      </dsp:txBody>
      <dsp:txXfrm>
        <a:off x="193635" y="1198113"/>
        <a:ext cx="1710761" cy="1026456"/>
      </dsp:txXfrm>
    </dsp:sp>
    <dsp:sp modelId="{26AF00F1-3B0C-FC4D-9CE9-41FF10D66D01}">
      <dsp:nvSpPr>
        <dsp:cNvPr id="0" name=""/>
        <dsp:cNvSpPr/>
      </dsp:nvSpPr>
      <dsp:spPr>
        <a:xfrm>
          <a:off x="2075473" y="1198113"/>
          <a:ext cx="1710761" cy="1026456"/>
        </a:xfrm>
        <a:prstGeom prst="rect">
          <a:avLst/>
        </a:prstGeom>
        <a:gradFill rotWithShape="0">
          <a:gsLst>
            <a:gs pos="0">
              <a:schemeClr val="accent2">
                <a:hueOff val="-9882860"/>
                <a:satOff val="451"/>
                <a:lumOff val="0"/>
                <a:alphaOff val="0"/>
                <a:tint val="98000"/>
                <a:lumMod val="114000"/>
              </a:schemeClr>
            </a:gs>
            <a:gs pos="100000">
              <a:schemeClr val="accent2">
                <a:hueOff val="-9882860"/>
                <a:satOff val="45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Key Recommendations</a:t>
          </a:r>
          <a:endParaRPr lang="en-US" sz="1200" kern="1200"/>
        </a:p>
      </dsp:txBody>
      <dsp:txXfrm>
        <a:off x="2075473" y="1198113"/>
        <a:ext cx="1710761" cy="1026456"/>
      </dsp:txXfrm>
    </dsp:sp>
    <dsp:sp modelId="{7529F6BF-5C7F-054D-837C-B7929DCCD38F}">
      <dsp:nvSpPr>
        <dsp:cNvPr id="0" name=""/>
        <dsp:cNvSpPr/>
      </dsp:nvSpPr>
      <dsp:spPr>
        <a:xfrm>
          <a:off x="3957310" y="1198113"/>
          <a:ext cx="1710761" cy="1026456"/>
        </a:xfrm>
        <a:prstGeom prst="rect">
          <a:avLst/>
        </a:prstGeom>
        <a:gradFill rotWithShape="0">
          <a:gsLst>
            <a:gs pos="0">
              <a:schemeClr val="accent2">
                <a:hueOff val="-11530003"/>
                <a:satOff val="526"/>
                <a:lumOff val="0"/>
                <a:alphaOff val="0"/>
                <a:tint val="98000"/>
                <a:lumMod val="114000"/>
              </a:schemeClr>
            </a:gs>
            <a:gs pos="100000">
              <a:schemeClr val="accent2">
                <a:hueOff val="-11530003"/>
                <a:satOff val="526"/>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Zero Trust</a:t>
          </a:r>
          <a:r>
            <a:rPr lang="en-US" sz="1200" kern="1200"/>
            <a:t> – Verify every access request, regardless of user role</a:t>
          </a:r>
        </a:p>
      </dsp:txBody>
      <dsp:txXfrm>
        <a:off x="3957310" y="1198113"/>
        <a:ext cx="1710761" cy="1026456"/>
      </dsp:txXfrm>
    </dsp:sp>
    <dsp:sp modelId="{2CF4244F-CDC4-AE4A-8C88-FB000BE4D8EB}">
      <dsp:nvSpPr>
        <dsp:cNvPr id="0" name=""/>
        <dsp:cNvSpPr/>
      </dsp:nvSpPr>
      <dsp:spPr>
        <a:xfrm>
          <a:off x="5839148" y="1198113"/>
          <a:ext cx="1710761" cy="1026456"/>
        </a:xfrm>
        <a:prstGeom prst="rect">
          <a:avLst/>
        </a:prstGeom>
        <a:gradFill rotWithShape="0">
          <a:gsLst>
            <a:gs pos="0">
              <a:schemeClr val="accent2">
                <a:hueOff val="-13177148"/>
                <a:satOff val="601"/>
                <a:lumOff val="0"/>
                <a:alphaOff val="0"/>
                <a:tint val="98000"/>
                <a:lumMod val="114000"/>
              </a:schemeClr>
            </a:gs>
            <a:gs pos="100000">
              <a:schemeClr val="accent2">
                <a:hueOff val="-13177148"/>
                <a:satOff val="60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AI‑Driven DLP</a:t>
          </a:r>
          <a:r>
            <a:rPr lang="en-US" sz="1200" kern="1200"/>
            <a:t> – Deploy behavioral analytics to detect anomalies in real time</a:t>
          </a:r>
        </a:p>
      </dsp:txBody>
      <dsp:txXfrm>
        <a:off x="5839148" y="1198113"/>
        <a:ext cx="1710761" cy="1026456"/>
      </dsp:txXfrm>
    </dsp:sp>
    <dsp:sp modelId="{B303AEF5-D4EC-0F40-934A-1549059A8529}">
      <dsp:nvSpPr>
        <dsp:cNvPr id="0" name=""/>
        <dsp:cNvSpPr/>
      </dsp:nvSpPr>
      <dsp:spPr>
        <a:xfrm>
          <a:off x="7720985" y="1198113"/>
          <a:ext cx="1710761" cy="1026456"/>
        </a:xfrm>
        <a:prstGeom prst="rect">
          <a:avLst/>
        </a:prstGeom>
        <a:gradFill rotWithShape="0">
          <a:gsLst>
            <a:gs pos="0">
              <a:schemeClr val="accent2">
                <a:hueOff val="-14824290"/>
                <a:satOff val="676"/>
                <a:lumOff val="0"/>
                <a:alphaOff val="0"/>
                <a:tint val="98000"/>
                <a:lumMod val="114000"/>
              </a:schemeClr>
            </a:gs>
            <a:gs pos="100000">
              <a:schemeClr val="accent2">
                <a:hueOff val="-14824290"/>
                <a:satOff val="676"/>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Continuous Monitoring</a:t>
          </a:r>
          <a:r>
            <a:rPr lang="en-US" sz="1200" kern="1200"/>
            <a:t> – Prioritize departing employees and high‑risk users</a:t>
          </a:r>
        </a:p>
      </dsp:txBody>
      <dsp:txXfrm>
        <a:off x="7720985" y="1198113"/>
        <a:ext cx="1710761" cy="1026456"/>
      </dsp:txXfrm>
    </dsp:sp>
    <dsp:sp modelId="{55F65EDD-A7EF-9D47-9B01-B9B32F178800}">
      <dsp:nvSpPr>
        <dsp:cNvPr id="0" name=""/>
        <dsp:cNvSpPr/>
      </dsp:nvSpPr>
      <dsp:spPr>
        <a:xfrm>
          <a:off x="2075473" y="2395646"/>
          <a:ext cx="1710761" cy="1026456"/>
        </a:xfrm>
        <a:prstGeom prst="rect">
          <a:avLst/>
        </a:prstGeom>
        <a:gradFill rotWithShape="0">
          <a:gsLst>
            <a:gs pos="0">
              <a:schemeClr val="accent2">
                <a:hueOff val="-16471434"/>
                <a:satOff val="751"/>
                <a:lumOff val="0"/>
                <a:alphaOff val="0"/>
                <a:tint val="98000"/>
                <a:lumMod val="114000"/>
              </a:schemeClr>
            </a:gs>
            <a:gs pos="100000">
              <a:schemeClr val="accent2">
                <a:hueOff val="-16471434"/>
                <a:satOff val="75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Secure Offboarding</a:t>
          </a:r>
          <a:r>
            <a:rPr lang="en-US" sz="1200" kern="1200"/>
            <a:t> – Automate access revocation and device collection</a:t>
          </a:r>
        </a:p>
      </dsp:txBody>
      <dsp:txXfrm>
        <a:off x="2075473" y="2395646"/>
        <a:ext cx="1710761" cy="1026456"/>
      </dsp:txXfrm>
    </dsp:sp>
    <dsp:sp modelId="{1F75CF46-C860-DD42-A3BC-92B29282F346}">
      <dsp:nvSpPr>
        <dsp:cNvPr id="0" name=""/>
        <dsp:cNvSpPr/>
      </dsp:nvSpPr>
      <dsp:spPr>
        <a:xfrm>
          <a:off x="3957310" y="2395646"/>
          <a:ext cx="1710761" cy="1026456"/>
        </a:xfrm>
        <a:prstGeom prst="rect">
          <a:avLst/>
        </a:prstGeom>
        <a:gradFill rotWithShape="0">
          <a:gsLst>
            <a:gs pos="0">
              <a:schemeClr val="accent2">
                <a:hueOff val="-18118577"/>
                <a:satOff val="826"/>
                <a:lumOff val="0"/>
                <a:alphaOff val="0"/>
                <a:tint val="98000"/>
                <a:lumMod val="114000"/>
              </a:schemeClr>
            </a:gs>
            <a:gs pos="100000">
              <a:schemeClr val="accent2">
                <a:hueOff val="-18118577"/>
                <a:satOff val="826"/>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Legal Safeguards</a:t>
          </a:r>
          <a:r>
            <a:rPr lang="en-US" sz="1200" kern="1200"/>
            <a:t> – Strengthen NDAs, non‑competes, and IP ownership clauses</a:t>
          </a:r>
        </a:p>
      </dsp:txBody>
      <dsp:txXfrm>
        <a:off x="3957310" y="2395646"/>
        <a:ext cx="1710761" cy="1026456"/>
      </dsp:txXfrm>
    </dsp:sp>
    <dsp:sp modelId="{092D701D-4366-A247-B7EF-95B8F9FC6B24}">
      <dsp:nvSpPr>
        <dsp:cNvPr id="0" name=""/>
        <dsp:cNvSpPr/>
      </dsp:nvSpPr>
      <dsp:spPr>
        <a:xfrm>
          <a:off x="5839148" y="2395646"/>
          <a:ext cx="1710761" cy="1026456"/>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Culture</a:t>
          </a:r>
          <a:r>
            <a:rPr lang="en-US" sz="1200" kern="1200"/>
            <a:t> – Foster security awareness with regular, role‑specific training</a:t>
          </a:r>
        </a:p>
      </dsp:txBody>
      <dsp:txXfrm>
        <a:off x="5839148" y="2395646"/>
        <a:ext cx="1710761" cy="10264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883EED-50EC-A849-9D90-CC441A5A6E1D}">
      <dsp:nvSpPr>
        <dsp:cNvPr id="0" name=""/>
        <dsp:cNvSpPr/>
      </dsp:nvSpPr>
      <dsp:spPr>
        <a:xfrm>
          <a:off x="1174" y="184257"/>
          <a:ext cx="4124157" cy="2618839"/>
        </a:xfrm>
        <a:prstGeom prst="roundRect">
          <a:avLst>
            <a:gd name="adj" fmla="val 100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BB1A8A55-82A9-7440-B3A0-F0D068137755}">
      <dsp:nvSpPr>
        <dsp:cNvPr id="0" name=""/>
        <dsp:cNvSpPr/>
      </dsp:nvSpPr>
      <dsp:spPr>
        <a:xfrm>
          <a:off x="459414" y="619585"/>
          <a:ext cx="4124157" cy="2618839"/>
        </a:xfrm>
        <a:prstGeom prst="roundRect">
          <a:avLst>
            <a:gd name="adj" fmla="val 100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4.What would you do if you discovered a new hire brought confidential files from their previous employer?</a:t>
          </a:r>
          <a:endParaRPr lang="en-US" sz="2600" kern="1200"/>
        </a:p>
      </dsp:txBody>
      <dsp:txXfrm>
        <a:off x="536117" y="696288"/>
        <a:ext cx="3970751" cy="2465433"/>
      </dsp:txXfrm>
    </dsp:sp>
    <dsp:sp modelId="{D8869F35-5ABD-3E46-98CE-D85B3DB5229A}">
      <dsp:nvSpPr>
        <dsp:cNvPr id="0" name=""/>
        <dsp:cNvSpPr/>
      </dsp:nvSpPr>
      <dsp:spPr>
        <a:xfrm>
          <a:off x="5041811" y="184257"/>
          <a:ext cx="4124157" cy="2618839"/>
        </a:xfrm>
        <a:prstGeom prst="roundRect">
          <a:avLst>
            <a:gd name="adj" fmla="val 100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BEF4A6D4-EEE5-0544-9694-F81926275A50}">
      <dsp:nvSpPr>
        <dsp:cNvPr id="0" name=""/>
        <dsp:cNvSpPr/>
      </dsp:nvSpPr>
      <dsp:spPr>
        <a:xfrm>
          <a:off x="5500051" y="619585"/>
          <a:ext cx="4124157" cy="2618839"/>
        </a:xfrm>
        <a:prstGeom prst="roundRect">
          <a:avLst>
            <a:gd name="adj" fmla="val 100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5.How much monitoring is too much monitoring in the workplace? When does it cross into invading privacy?</a:t>
          </a:r>
          <a:endParaRPr lang="en-US" sz="2600" kern="1200"/>
        </a:p>
      </dsp:txBody>
      <dsp:txXfrm>
        <a:off x="5576754" y="696288"/>
        <a:ext cx="3970751" cy="246543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CEACC-4E0E-794E-8D89-7913720D53AC}" type="datetimeFigureOut">
              <a:rPr lang="en-BD" smtClean="0"/>
              <a:t>22/6/26</a:t>
            </a:fld>
            <a:endParaRPr lang="en-B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6453B-9096-864D-AC23-BF35C75AB5D3}" type="slidenum">
              <a:rPr lang="en-BD" smtClean="0"/>
              <a:t>‹#›</a:t>
            </a:fld>
            <a:endParaRPr lang="en-BD"/>
          </a:p>
        </p:txBody>
      </p:sp>
    </p:spTree>
    <p:extLst>
      <p:ext uri="{BB962C8B-B14F-4D97-AF65-F5344CB8AC3E}">
        <p14:creationId xmlns:p14="http://schemas.microsoft.com/office/powerpoint/2010/main" val="1642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1B96453B-9096-864D-AC23-BF35C75AB5D3}" type="slidenum">
              <a:rPr lang="en-BD" smtClean="0"/>
              <a:t>1</a:t>
            </a:fld>
            <a:endParaRPr lang="en-BD"/>
          </a:p>
        </p:txBody>
      </p:sp>
    </p:spTree>
    <p:extLst>
      <p:ext uri="{BB962C8B-B14F-4D97-AF65-F5344CB8AC3E}">
        <p14:creationId xmlns:p14="http://schemas.microsoft.com/office/powerpoint/2010/main" val="3343790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BD"/>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6/22/26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6/22/26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6/22/26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6/22/26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6/22/26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6/22/26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BD"/>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BD"/>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BD"/>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6/22/26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BD"/>
          </a:p>
        </p:txBody>
      </p:sp>
      <p:sp>
        <p:nvSpPr>
          <p:cNvPr id="71" name="Rectangle 70">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 name="Title 1">
            <a:extLst>
              <a:ext uri="{FF2B5EF4-FFF2-40B4-BE49-F238E27FC236}">
                <a16:creationId xmlns:a16="http://schemas.microsoft.com/office/drawing/2014/main" id="{90EB74FC-AAD7-2AC8-CDE9-6F5D0E255296}"/>
              </a:ext>
            </a:extLst>
          </p:cNvPr>
          <p:cNvSpPr>
            <a:spLocks noGrp="1"/>
          </p:cNvSpPr>
          <p:nvPr>
            <p:ph type="ctrTitle"/>
          </p:nvPr>
        </p:nvSpPr>
        <p:spPr>
          <a:xfrm>
            <a:off x="8160773" y="1113062"/>
            <a:ext cx="3382297" cy="3281957"/>
          </a:xfrm>
        </p:spPr>
        <p:txBody>
          <a:bodyPr>
            <a:normAutofit/>
          </a:bodyPr>
          <a:lstStyle/>
          <a:p>
            <a:pPr>
              <a:lnSpc>
                <a:spcPct val="90000"/>
              </a:lnSpc>
            </a:pPr>
            <a:r>
              <a:rPr lang="en-BD" sz="1400" b="1" dirty="0">
                <a:solidFill>
                  <a:srgbClr val="EBEBEB"/>
                </a:solidFill>
              </a:rPr>
              <a:t>Waymo v. Uber (2017)</a:t>
            </a:r>
            <a:br>
              <a:rPr lang="en-BD" sz="1400" b="1" dirty="0">
                <a:solidFill>
                  <a:srgbClr val="EBEBEB"/>
                </a:solidFill>
              </a:rPr>
            </a:br>
            <a:r>
              <a:rPr lang="en-BD" sz="1400" b="1" dirty="0">
                <a:solidFill>
                  <a:srgbClr val="EBEBEB"/>
                </a:solidFill>
              </a:rPr>
              <a:t>Insider Threats, Trade Secret Theft &amp;</a:t>
            </a:r>
            <a:r>
              <a:rPr lang="en-GB" sz="1400" b="1" dirty="0">
                <a:solidFill>
                  <a:srgbClr val="EBEBEB"/>
                </a:solidFill>
              </a:rPr>
              <a:t> </a:t>
            </a:r>
            <a:r>
              <a:rPr lang="en-BD" sz="1400" b="1" dirty="0">
                <a:solidFill>
                  <a:srgbClr val="EBEBEB"/>
                </a:solidFill>
              </a:rPr>
              <a:t>Corporate Governance</a:t>
            </a:r>
            <a:br>
              <a:rPr lang="en-BD" sz="1400" b="1" dirty="0">
                <a:solidFill>
                  <a:srgbClr val="EBEBEB"/>
                </a:solidFill>
              </a:rPr>
            </a:br>
            <a:br>
              <a:rPr lang="en-BD" sz="1400" b="1" dirty="0">
                <a:solidFill>
                  <a:srgbClr val="EBEBEB"/>
                </a:solidFill>
              </a:rPr>
            </a:br>
            <a:r>
              <a:rPr lang="en-BD" sz="1400" b="1" dirty="0">
                <a:solidFill>
                  <a:srgbClr val="EBEBEB"/>
                </a:solidFill>
              </a:rPr>
              <a:t>MITS 5600G: Security Policies and Risk Management</a:t>
            </a:r>
            <a:br>
              <a:rPr lang="en-BD" sz="1400" b="1" dirty="0">
                <a:solidFill>
                  <a:srgbClr val="EBEBEB"/>
                </a:solidFill>
              </a:rPr>
            </a:br>
            <a:br>
              <a:rPr lang="en-BD" sz="1400" b="1" dirty="0">
                <a:solidFill>
                  <a:srgbClr val="EBEBEB"/>
                </a:solidFill>
              </a:rPr>
            </a:br>
            <a:r>
              <a:rPr lang="en-BD" sz="1400" dirty="0">
                <a:solidFill>
                  <a:srgbClr val="EBEBEB"/>
                </a:solidFill>
              </a:rPr>
              <a:t>Case Study : 30</a:t>
            </a:r>
            <a:br>
              <a:rPr lang="en-BD" sz="1400" b="1" dirty="0">
                <a:solidFill>
                  <a:srgbClr val="EBEBEB"/>
                </a:solidFill>
              </a:rPr>
            </a:br>
            <a:br>
              <a:rPr lang="en-BD" sz="1400" dirty="0">
                <a:solidFill>
                  <a:srgbClr val="EBEBEB"/>
                </a:solidFill>
              </a:rPr>
            </a:br>
            <a:r>
              <a:rPr lang="en-BD" sz="1100" dirty="0">
                <a:solidFill>
                  <a:srgbClr val="EBEBEB"/>
                </a:solidFill>
              </a:rPr>
              <a:t>Group Members —  </a:t>
            </a:r>
            <a:r>
              <a:rPr lang="en-GB" sz="1100" dirty="0">
                <a:solidFill>
                  <a:srgbClr val="EBEBEB"/>
                </a:solidFill>
              </a:rPr>
              <a:t>Shah Md </a:t>
            </a:r>
            <a:r>
              <a:rPr lang="en-GB" sz="1100" dirty="0" err="1">
                <a:solidFill>
                  <a:srgbClr val="EBEBEB"/>
                </a:solidFill>
              </a:rPr>
              <a:t>Julhash</a:t>
            </a:r>
            <a:r>
              <a:rPr lang="en-GB" sz="1100" dirty="0">
                <a:solidFill>
                  <a:srgbClr val="EBEBEB"/>
                </a:solidFill>
              </a:rPr>
              <a:t> Tamim (</a:t>
            </a:r>
            <a:r>
              <a:rPr lang="en-BD" sz="1100" dirty="0">
                <a:solidFill>
                  <a:srgbClr val="EBEBEB"/>
                </a:solidFill>
              </a:rPr>
              <a:t>101002572)</a:t>
            </a:r>
            <a:br>
              <a:rPr lang="en-BD" sz="1100" dirty="0">
                <a:solidFill>
                  <a:srgbClr val="EBEBEB"/>
                </a:solidFill>
              </a:rPr>
            </a:br>
            <a:r>
              <a:rPr lang="en-BD" sz="1100" dirty="0">
                <a:solidFill>
                  <a:srgbClr val="EBEBEB"/>
                </a:solidFill>
              </a:rPr>
              <a:t>                                  Faishal Youshuf  (101044804)</a:t>
            </a:r>
            <a:br>
              <a:rPr lang="en-BD" sz="1100" dirty="0">
                <a:solidFill>
                  <a:srgbClr val="EBEBEB"/>
                </a:solidFill>
              </a:rPr>
            </a:br>
            <a:br>
              <a:rPr lang="en-BD" sz="1400" dirty="0">
                <a:solidFill>
                  <a:srgbClr val="EBEBEB"/>
                </a:solidFill>
              </a:rPr>
            </a:br>
            <a:endParaRPr lang="en-BD" sz="1400" dirty="0">
              <a:solidFill>
                <a:srgbClr val="EBEBEB"/>
              </a:solidFill>
            </a:endParaRPr>
          </a:p>
        </p:txBody>
      </p:sp>
      <p:sp>
        <p:nvSpPr>
          <p:cNvPr id="3" name="Subtitle 2">
            <a:extLst>
              <a:ext uri="{FF2B5EF4-FFF2-40B4-BE49-F238E27FC236}">
                <a16:creationId xmlns:a16="http://schemas.microsoft.com/office/drawing/2014/main" id="{C4E33D43-14C1-F172-4017-C0703BFC202B}"/>
              </a:ext>
            </a:extLst>
          </p:cNvPr>
          <p:cNvSpPr>
            <a:spLocks noGrp="1"/>
          </p:cNvSpPr>
          <p:nvPr>
            <p:ph type="subTitle" idx="1"/>
          </p:nvPr>
        </p:nvSpPr>
        <p:spPr>
          <a:xfrm>
            <a:off x="8160773" y="4591665"/>
            <a:ext cx="3382298" cy="1150156"/>
          </a:xfrm>
        </p:spPr>
        <p:txBody>
          <a:bodyPr>
            <a:normAutofit/>
          </a:bodyPr>
          <a:lstStyle/>
          <a:p>
            <a:r>
              <a:rPr lang="en-BD"/>
              <a:t>Submission Date : 22 June, 2026</a:t>
            </a:r>
            <a:endParaRPr lang="en-BD" dirty="0"/>
          </a:p>
        </p:txBody>
      </p:sp>
      <p:pic>
        <p:nvPicPr>
          <p:cNvPr id="5" name="Picture 4">
            <a:extLst>
              <a:ext uri="{FF2B5EF4-FFF2-40B4-BE49-F238E27FC236}">
                <a16:creationId xmlns:a16="http://schemas.microsoft.com/office/drawing/2014/main" id="{57C862E1-69A5-2F9E-2EB0-290B9163336A}"/>
              </a:ext>
            </a:extLst>
          </p:cNvPr>
          <p:cNvPicPr>
            <a:picLocks noChangeAspect="1"/>
          </p:cNvPicPr>
          <p:nvPr/>
        </p:nvPicPr>
        <p:blipFill>
          <a:blip r:embed="rId3"/>
          <a:srcRect t="15054" r="9090" b="-1"/>
          <a:stretch>
            <a:fillRect/>
          </a:stretch>
        </p:blipFill>
        <p:spPr>
          <a:xfrm>
            <a:off x="1109763" y="1726874"/>
            <a:ext cx="6470907" cy="340113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82603989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2F16-F47B-60A1-BB40-C00AC1D9EB2F}"/>
              </a:ext>
            </a:extLst>
          </p:cNvPr>
          <p:cNvSpPr>
            <a:spLocks noGrp="1"/>
          </p:cNvSpPr>
          <p:nvPr>
            <p:ph type="title"/>
          </p:nvPr>
        </p:nvSpPr>
        <p:spPr>
          <a:xfrm>
            <a:off x="1154954" y="973668"/>
            <a:ext cx="8761413" cy="706964"/>
          </a:xfrm>
        </p:spPr>
        <p:txBody>
          <a:bodyPr>
            <a:normAutofit fontScale="90000"/>
          </a:bodyPr>
          <a:lstStyle/>
          <a:p>
            <a:pPr>
              <a:lnSpc>
                <a:spcPct val="90000"/>
              </a:lnSpc>
            </a:pPr>
            <a:r>
              <a:rPr lang="en-BD" sz="3100" b="1" dirty="0"/>
              <a:t>Presentation Overview</a:t>
            </a:r>
            <a:br>
              <a:rPr lang="en-BD" sz="1400" b="1" dirty="0"/>
            </a:br>
            <a:br>
              <a:rPr lang="en-BD" sz="1400" dirty="0"/>
            </a:br>
            <a:endParaRPr lang="en-BD" sz="1400" dirty="0"/>
          </a:p>
        </p:txBody>
      </p:sp>
      <p:pic>
        <p:nvPicPr>
          <p:cNvPr id="5" name="Picture 4" descr="An abstract design with lines and financial symbols">
            <a:extLst>
              <a:ext uri="{FF2B5EF4-FFF2-40B4-BE49-F238E27FC236}">
                <a16:creationId xmlns:a16="http://schemas.microsoft.com/office/drawing/2014/main" id="{3FDB7B87-507C-FD94-5952-439FBB024B1E}"/>
              </a:ext>
            </a:extLst>
          </p:cNvPr>
          <p:cNvPicPr>
            <a:picLocks noChangeAspect="1"/>
          </p:cNvPicPr>
          <p:nvPr/>
        </p:nvPicPr>
        <p:blipFill>
          <a:blip r:embed="rId2"/>
          <a:srcRect l="1735" r="4062" b="3"/>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graphicFrame>
        <p:nvGraphicFramePr>
          <p:cNvPr id="7" name="Content Placeholder 2">
            <a:extLst>
              <a:ext uri="{FF2B5EF4-FFF2-40B4-BE49-F238E27FC236}">
                <a16:creationId xmlns:a16="http://schemas.microsoft.com/office/drawing/2014/main" id="{3634A237-919D-228C-E027-77A1F3D25248}"/>
              </a:ext>
            </a:extLst>
          </p:cNvPr>
          <p:cNvGraphicFramePr>
            <a:graphicFrameLocks noGrp="1"/>
          </p:cNvGraphicFramePr>
          <p:nvPr>
            <p:ph idx="1"/>
          </p:nvPr>
        </p:nvGraphicFramePr>
        <p:xfrm>
          <a:off x="5980954" y="2603500"/>
          <a:ext cx="5211979" cy="3416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4472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a16="http://schemas.microsoft.com/office/drawing/2014/main" id="{10DC0F2C-5C27-4EC6-9754-B361B0C72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9E77E138-7645-4D07-B09A-9F3642A685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0"/>
            <a:ext cx="12192000" cy="6858000"/>
            <a:chOff x="0" y="0"/>
            <a:chExt cx="12192000" cy="6858000"/>
          </a:xfrm>
        </p:grpSpPr>
        <p:sp>
          <p:nvSpPr>
            <p:cNvPr id="74" name="Rectangle 73">
              <a:extLst>
                <a:ext uri="{FF2B5EF4-FFF2-40B4-BE49-F238E27FC236}">
                  <a16:creationId xmlns:a16="http://schemas.microsoft.com/office/drawing/2014/main" id="{A56C5CFB-285C-4778-978B-B23EF471F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89" name="Oval 88">
              <a:extLst>
                <a:ext uri="{FF2B5EF4-FFF2-40B4-BE49-F238E27FC236}">
                  <a16:creationId xmlns:a16="http://schemas.microsoft.com/office/drawing/2014/main" id="{50C4BFD8-0A80-40F1-9F9B-E9981F6B7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76" name="Oval 75">
              <a:extLst>
                <a:ext uri="{FF2B5EF4-FFF2-40B4-BE49-F238E27FC236}">
                  <a16:creationId xmlns:a16="http://schemas.microsoft.com/office/drawing/2014/main" id="{6F080229-11A6-48C1-B5FC-010FF29E7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90" name="Oval 89">
              <a:extLst>
                <a:ext uri="{FF2B5EF4-FFF2-40B4-BE49-F238E27FC236}">
                  <a16:creationId xmlns:a16="http://schemas.microsoft.com/office/drawing/2014/main" id="{434F3838-F7FD-4275-8FE5-11B53CF38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78" name="Oval 77">
              <a:extLst>
                <a:ext uri="{FF2B5EF4-FFF2-40B4-BE49-F238E27FC236}">
                  <a16:creationId xmlns:a16="http://schemas.microsoft.com/office/drawing/2014/main" id="{0014878A-F933-408B-A8C5-8853A9EB4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91" name="Oval 90">
              <a:extLst>
                <a:ext uri="{FF2B5EF4-FFF2-40B4-BE49-F238E27FC236}">
                  <a16:creationId xmlns:a16="http://schemas.microsoft.com/office/drawing/2014/main" id="{A4358457-400C-407C-B1C7-322E3A951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80" name="Freeform 5">
              <a:extLst>
                <a:ext uri="{FF2B5EF4-FFF2-40B4-BE49-F238E27FC236}">
                  <a16:creationId xmlns:a16="http://schemas.microsoft.com/office/drawing/2014/main" id="{BB5C445F-93DC-425D-8531-0B9FF4434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BD"/>
            </a:p>
          </p:txBody>
        </p:sp>
        <p:sp>
          <p:nvSpPr>
            <p:cNvPr id="92" name="Freeform 5">
              <a:extLst>
                <a:ext uri="{FF2B5EF4-FFF2-40B4-BE49-F238E27FC236}">
                  <a16:creationId xmlns:a16="http://schemas.microsoft.com/office/drawing/2014/main" id="{FD7CA6C4-0411-42B4-9084-F7340B42A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BD"/>
            </a:p>
          </p:txBody>
        </p:sp>
        <p:sp>
          <p:nvSpPr>
            <p:cNvPr id="82" name="Freeform 5">
              <a:extLst>
                <a:ext uri="{FF2B5EF4-FFF2-40B4-BE49-F238E27FC236}">
                  <a16:creationId xmlns:a16="http://schemas.microsoft.com/office/drawing/2014/main" id="{B0122352-D2A8-463A-98F7-51B4C4409D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BD"/>
            </a:p>
          </p:txBody>
        </p:sp>
      </p:grpSp>
      <p:sp>
        <p:nvSpPr>
          <p:cNvPr id="2" name="Title 1">
            <a:extLst>
              <a:ext uri="{FF2B5EF4-FFF2-40B4-BE49-F238E27FC236}">
                <a16:creationId xmlns:a16="http://schemas.microsoft.com/office/drawing/2014/main" id="{63A5D3CE-1B68-6857-B4CF-88B9F367D940}"/>
              </a:ext>
            </a:extLst>
          </p:cNvPr>
          <p:cNvSpPr>
            <a:spLocks noGrp="1"/>
          </p:cNvSpPr>
          <p:nvPr>
            <p:ph type="title"/>
          </p:nvPr>
        </p:nvSpPr>
        <p:spPr>
          <a:xfrm>
            <a:off x="1154954" y="5385410"/>
            <a:ext cx="8761413" cy="706964"/>
          </a:xfrm>
        </p:spPr>
        <p:txBody>
          <a:bodyPr>
            <a:normAutofit/>
          </a:bodyPr>
          <a:lstStyle/>
          <a:p>
            <a:pPr>
              <a:lnSpc>
                <a:spcPct val="90000"/>
              </a:lnSpc>
            </a:pPr>
            <a:r>
              <a:rPr lang="en-BD" sz="2000" b="1">
                <a:solidFill>
                  <a:srgbClr val="EBEBEB"/>
                </a:solidFill>
              </a:rPr>
              <a:t>1. Case Background</a:t>
            </a:r>
            <a:br>
              <a:rPr lang="en-BD" sz="2000" b="1">
                <a:solidFill>
                  <a:srgbClr val="EBEBEB"/>
                </a:solidFill>
              </a:rPr>
            </a:br>
            <a:endParaRPr lang="en-BD" sz="2000">
              <a:solidFill>
                <a:srgbClr val="EBEBEB"/>
              </a:solidFill>
            </a:endParaRPr>
          </a:p>
        </p:txBody>
      </p:sp>
      <p:sp>
        <p:nvSpPr>
          <p:cNvPr id="84" name="Rectangle 83">
            <a:extLst>
              <a:ext uri="{FF2B5EF4-FFF2-40B4-BE49-F238E27FC236}">
                <a16:creationId xmlns:a16="http://schemas.microsoft.com/office/drawing/2014/main" id="{8F6A0E89-562A-4A9E-98AC-2BA897ABB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graphicFrame>
        <p:nvGraphicFramePr>
          <p:cNvPr id="7" name="Content Placeholder 2">
            <a:extLst>
              <a:ext uri="{FF2B5EF4-FFF2-40B4-BE49-F238E27FC236}">
                <a16:creationId xmlns:a16="http://schemas.microsoft.com/office/drawing/2014/main" id="{F360E610-71D9-479F-5EE0-39B51E261E0A}"/>
              </a:ext>
            </a:extLst>
          </p:cNvPr>
          <p:cNvGraphicFramePr>
            <a:graphicFrameLocks noGrp="1"/>
          </p:cNvGraphicFramePr>
          <p:nvPr>
            <p:ph idx="1"/>
            <p:extLst>
              <p:ext uri="{D42A27DB-BD31-4B8C-83A1-F6EECF244321}">
                <p14:modId xmlns:p14="http://schemas.microsoft.com/office/powerpoint/2010/main" val="3714261464"/>
              </p:ext>
            </p:extLst>
          </p:nvPr>
        </p:nvGraphicFramePr>
        <p:xfrm>
          <a:off x="1286934" y="1164592"/>
          <a:ext cx="9625383" cy="30864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1796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9EA2611-DCBA-4E97-A2B2-9A466E76B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dk2"/>
          </a:fillRef>
          <a:effectRef idx="0">
            <a:schemeClr val="accent1"/>
          </a:effectRef>
          <a:fontRef idx="minor">
            <a:schemeClr val="lt1"/>
          </a:fontRef>
        </p:style>
        <p:txBody>
          <a:bodyPr/>
          <a:lstStyle/>
          <a:p>
            <a:endParaRPr lang="en-BD"/>
          </a:p>
        </p:txBody>
      </p:sp>
      <p:sp>
        <p:nvSpPr>
          <p:cNvPr id="12" name="Freeform 5">
            <a:extLst>
              <a:ext uri="{FF2B5EF4-FFF2-40B4-BE49-F238E27FC236}">
                <a16:creationId xmlns:a16="http://schemas.microsoft.com/office/drawing/2014/main" id="{BBC615D1-6E12-40EF-915B-316CFDB55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BD"/>
          </a:p>
        </p:txBody>
      </p:sp>
      <p:sp>
        <p:nvSpPr>
          <p:cNvPr id="14" name="Freeform 5">
            <a:extLst>
              <a:ext uri="{FF2B5EF4-FFF2-40B4-BE49-F238E27FC236}">
                <a16:creationId xmlns:a16="http://schemas.microsoft.com/office/drawing/2014/main" id="{B9797D36-DE1E-47CD-881A-6C1F58282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BD"/>
          </a:p>
        </p:txBody>
      </p:sp>
      <p:sp>
        <p:nvSpPr>
          <p:cNvPr id="2" name="Title 1">
            <a:extLst>
              <a:ext uri="{FF2B5EF4-FFF2-40B4-BE49-F238E27FC236}">
                <a16:creationId xmlns:a16="http://schemas.microsoft.com/office/drawing/2014/main" id="{A8F9AD3B-9A69-7AA1-0856-0DFFEA22C284}"/>
              </a:ext>
            </a:extLst>
          </p:cNvPr>
          <p:cNvSpPr>
            <a:spLocks noGrp="1"/>
          </p:cNvSpPr>
          <p:nvPr>
            <p:ph type="title"/>
          </p:nvPr>
        </p:nvSpPr>
        <p:spPr>
          <a:xfrm>
            <a:off x="639098" y="629265"/>
            <a:ext cx="6072776" cy="1622322"/>
          </a:xfrm>
        </p:spPr>
        <p:txBody>
          <a:bodyPr>
            <a:normAutofit/>
          </a:bodyPr>
          <a:lstStyle/>
          <a:p>
            <a:pPr>
              <a:lnSpc>
                <a:spcPct val="90000"/>
              </a:lnSpc>
            </a:pPr>
            <a:r>
              <a:rPr lang="en-BD" b="1" dirty="0">
                <a:solidFill>
                  <a:srgbClr val="FFFFFF"/>
                </a:solidFill>
              </a:rPr>
              <a:t>Background – The Key Individuals</a:t>
            </a:r>
            <a:br>
              <a:rPr lang="en-BD" b="1" dirty="0">
                <a:solidFill>
                  <a:srgbClr val="FFFFFF"/>
                </a:solidFill>
              </a:rPr>
            </a:br>
            <a:endParaRPr lang="en-BD" dirty="0">
              <a:solidFill>
                <a:srgbClr val="FFFFFF"/>
              </a:solidFill>
            </a:endParaRPr>
          </a:p>
        </p:txBody>
      </p:sp>
      <p:sp>
        <p:nvSpPr>
          <p:cNvPr id="16" name="Rectangle 15">
            <a:extLst>
              <a:ext uri="{FF2B5EF4-FFF2-40B4-BE49-F238E27FC236}">
                <a16:creationId xmlns:a16="http://schemas.microsoft.com/office/drawing/2014/main" id="{4A2FAF1F-F462-46AF-A9E6-CC93C4E2C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18" name="Oval 17">
            <a:extLst>
              <a:ext uri="{FF2B5EF4-FFF2-40B4-BE49-F238E27FC236}">
                <a16:creationId xmlns:a16="http://schemas.microsoft.com/office/drawing/2014/main" id="{7146BED8-BAE9-42C5-A3DD-7B946445D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0" name="Oval 19">
            <a:extLst>
              <a:ext uri="{FF2B5EF4-FFF2-40B4-BE49-F238E27FC236}">
                <a16:creationId xmlns:a16="http://schemas.microsoft.com/office/drawing/2014/main" id="{15765FE8-B62F-41E4-A73C-74C91A8FD9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3" name="Content Placeholder 2">
            <a:extLst>
              <a:ext uri="{FF2B5EF4-FFF2-40B4-BE49-F238E27FC236}">
                <a16:creationId xmlns:a16="http://schemas.microsoft.com/office/drawing/2014/main" id="{DD7AA990-F232-1450-0D67-84E8102C47BB}"/>
              </a:ext>
            </a:extLst>
          </p:cNvPr>
          <p:cNvSpPr>
            <a:spLocks noGrp="1"/>
          </p:cNvSpPr>
          <p:nvPr>
            <p:ph idx="1"/>
          </p:nvPr>
        </p:nvSpPr>
        <p:spPr>
          <a:xfrm>
            <a:off x="639098" y="2418735"/>
            <a:ext cx="6072776" cy="3811740"/>
          </a:xfrm>
        </p:spPr>
        <p:txBody>
          <a:bodyPr anchor="ctr">
            <a:normAutofit/>
          </a:bodyPr>
          <a:lstStyle/>
          <a:p>
            <a:pPr>
              <a:lnSpc>
                <a:spcPct val="90000"/>
              </a:lnSpc>
            </a:pPr>
            <a:r>
              <a:rPr lang="en-BD" sz="1500" b="1" dirty="0">
                <a:solidFill>
                  <a:srgbClr val="FFFFFF"/>
                </a:solidFill>
              </a:rPr>
              <a:t>The Central Figure: Anthony Levandowski</a:t>
            </a:r>
          </a:p>
          <a:p>
            <a:pPr>
              <a:lnSpc>
                <a:spcPct val="90000"/>
              </a:lnSpc>
            </a:pPr>
            <a:r>
              <a:rPr lang="en-BD" sz="1500" b="1" dirty="0">
                <a:solidFill>
                  <a:srgbClr val="FFFFFF"/>
                </a:solidFill>
              </a:rPr>
              <a:t>Anthony Levandowski</a:t>
            </a:r>
            <a:endParaRPr lang="en-BD" sz="1500" dirty="0">
              <a:solidFill>
                <a:srgbClr val="FFFFFF"/>
              </a:solidFill>
            </a:endParaRPr>
          </a:p>
          <a:p>
            <a:pPr>
              <a:lnSpc>
                <a:spcPct val="90000"/>
              </a:lnSpc>
            </a:pPr>
            <a:r>
              <a:rPr lang="en-BD" sz="1500" dirty="0">
                <a:solidFill>
                  <a:srgbClr val="FFFFFF"/>
                </a:solidFill>
              </a:rPr>
              <a:t>Senior engineer / manager on Waymo's self-driving car project</a:t>
            </a:r>
          </a:p>
          <a:p>
            <a:pPr>
              <a:lnSpc>
                <a:spcPct val="90000"/>
              </a:lnSpc>
            </a:pPr>
            <a:r>
              <a:rPr lang="en-BD" sz="1500" dirty="0">
                <a:solidFill>
                  <a:srgbClr val="FFFFFF"/>
                </a:solidFill>
              </a:rPr>
              <a:t>Deeply involved in Waymo's LiDAR technology development</a:t>
            </a:r>
          </a:p>
          <a:p>
            <a:pPr>
              <a:lnSpc>
                <a:spcPct val="90000"/>
              </a:lnSpc>
            </a:pPr>
            <a:r>
              <a:rPr lang="en-BD" sz="1500" dirty="0">
                <a:solidFill>
                  <a:srgbClr val="FFFFFF"/>
                </a:solidFill>
              </a:rPr>
              <a:t>Left Waymo in </a:t>
            </a:r>
            <a:r>
              <a:rPr lang="en-BD" sz="1500" b="1" dirty="0">
                <a:solidFill>
                  <a:srgbClr val="FFFFFF"/>
                </a:solidFill>
              </a:rPr>
              <a:t>January 2016</a:t>
            </a:r>
            <a:r>
              <a:rPr lang="en-BD" sz="1500" dirty="0">
                <a:solidFill>
                  <a:srgbClr val="FFFFFF"/>
                </a:solidFill>
              </a:rPr>
              <a:t> to found Otto</a:t>
            </a:r>
          </a:p>
          <a:p>
            <a:pPr>
              <a:lnSpc>
                <a:spcPct val="90000"/>
              </a:lnSpc>
            </a:pPr>
            <a:r>
              <a:rPr lang="en-BD" sz="1500" b="1" dirty="0">
                <a:solidFill>
                  <a:srgbClr val="FFFFFF"/>
                </a:solidFill>
              </a:rPr>
              <a:t>The Allegation:</a:t>
            </a:r>
            <a:endParaRPr lang="en-BD" sz="1500" dirty="0">
              <a:solidFill>
                <a:srgbClr val="FFFFFF"/>
              </a:solidFill>
            </a:endParaRPr>
          </a:p>
          <a:p>
            <a:pPr>
              <a:lnSpc>
                <a:spcPct val="90000"/>
              </a:lnSpc>
            </a:pPr>
            <a:r>
              <a:rPr lang="en-BD" sz="1500" dirty="0">
                <a:solidFill>
                  <a:srgbClr val="FFFFFF"/>
                </a:solidFill>
              </a:rPr>
              <a:t>Downloaded </a:t>
            </a:r>
            <a:r>
              <a:rPr lang="en-BD" sz="1500" b="1" dirty="0">
                <a:solidFill>
                  <a:srgbClr val="FFFFFF"/>
                </a:solidFill>
              </a:rPr>
              <a:t>over 14,000</a:t>
            </a:r>
            <a:r>
              <a:rPr lang="en-BD" sz="1500" dirty="0">
                <a:solidFill>
                  <a:srgbClr val="FFFFFF"/>
                </a:solidFill>
              </a:rPr>
              <a:t> confidential files before resigning</a:t>
            </a:r>
          </a:p>
          <a:p>
            <a:pPr>
              <a:lnSpc>
                <a:spcPct val="90000"/>
              </a:lnSpc>
            </a:pPr>
            <a:r>
              <a:rPr lang="en-BD" sz="1500" dirty="0">
                <a:solidFill>
                  <a:srgbClr val="FFFFFF"/>
                </a:solidFill>
              </a:rPr>
              <a:t>Transferred </a:t>
            </a:r>
            <a:r>
              <a:rPr lang="en-BD" sz="1500" b="1" dirty="0">
                <a:solidFill>
                  <a:srgbClr val="FFFFFF"/>
                </a:solidFill>
              </a:rPr>
              <a:t>9.7 GB</a:t>
            </a:r>
            <a:r>
              <a:rPr lang="en-BD" sz="1500" dirty="0">
                <a:solidFill>
                  <a:srgbClr val="FFFFFF"/>
                </a:solidFill>
              </a:rPr>
              <a:t> of proprietary Waymo data to an external hard drive</a:t>
            </a:r>
          </a:p>
          <a:p>
            <a:pPr>
              <a:lnSpc>
                <a:spcPct val="90000"/>
              </a:lnSpc>
            </a:pPr>
            <a:r>
              <a:rPr lang="en-BD" sz="1500" dirty="0">
                <a:solidFill>
                  <a:srgbClr val="FFFFFF"/>
                </a:solidFill>
              </a:rPr>
              <a:t>Used stolen IP to launch Otto, which Uber then acquired</a:t>
            </a:r>
          </a:p>
          <a:p>
            <a:pPr>
              <a:lnSpc>
                <a:spcPct val="90000"/>
              </a:lnSpc>
            </a:pPr>
            <a:endParaRPr lang="en-BD" sz="1500" dirty="0">
              <a:solidFill>
                <a:srgbClr val="FFFFFF"/>
              </a:solidFill>
            </a:endParaRPr>
          </a:p>
        </p:txBody>
      </p:sp>
    </p:spTree>
    <p:extLst>
      <p:ext uri="{BB962C8B-B14F-4D97-AF65-F5344CB8AC3E}">
        <p14:creationId xmlns:p14="http://schemas.microsoft.com/office/powerpoint/2010/main" val="131968813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8C1620-67FF-3B90-B099-31B3BFE2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89193-D93E-BB4A-C0FE-96450B9E42B5}"/>
              </a:ext>
            </a:extLst>
          </p:cNvPr>
          <p:cNvSpPr>
            <a:spLocks noGrp="1"/>
          </p:cNvSpPr>
          <p:nvPr>
            <p:ph type="title"/>
          </p:nvPr>
        </p:nvSpPr>
        <p:spPr>
          <a:xfrm>
            <a:off x="1154954" y="973668"/>
            <a:ext cx="8761413" cy="706964"/>
          </a:xfrm>
        </p:spPr>
        <p:txBody>
          <a:bodyPr>
            <a:normAutofit/>
          </a:bodyPr>
          <a:lstStyle/>
          <a:p>
            <a:r>
              <a:rPr lang="en-BD">
                <a:solidFill>
                  <a:srgbClr val="EBEBEB"/>
                </a:solidFill>
              </a:rPr>
              <a:t>Incident Timeline</a:t>
            </a:r>
            <a:endParaRPr lang="en-BD" dirty="0">
              <a:solidFill>
                <a:srgbClr val="EBEBEB"/>
              </a:solidFill>
            </a:endParaRPr>
          </a:p>
        </p:txBody>
      </p:sp>
      <p:graphicFrame>
        <p:nvGraphicFramePr>
          <p:cNvPr id="189" name="Content Placeholder 2">
            <a:extLst>
              <a:ext uri="{FF2B5EF4-FFF2-40B4-BE49-F238E27FC236}">
                <a16:creationId xmlns:a16="http://schemas.microsoft.com/office/drawing/2014/main" id="{C38C4063-6D2E-AA80-7CB8-AF7E2A24A7C7}"/>
              </a:ext>
            </a:extLst>
          </p:cNvPr>
          <p:cNvGraphicFramePr/>
          <p:nvPr>
            <p:extLst>
              <p:ext uri="{D42A27DB-BD31-4B8C-83A1-F6EECF244321}">
                <p14:modId xmlns:p14="http://schemas.microsoft.com/office/powerpoint/2010/main" val="2230314909"/>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8132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93D644-34E1-F779-A1D9-984911130CE2}"/>
            </a:ext>
          </a:extLst>
        </p:cNvPr>
        <p:cNvGrpSpPr/>
        <p:nvPr/>
      </p:nvGrpSpPr>
      <p:grpSpPr>
        <a:xfrm>
          <a:off x="0" y="0"/>
          <a:ext cx="0" cy="0"/>
          <a:chOff x="0" y="0"/>
          <a:chExt cx="0" cy="0"/>
        </a:xfrm>
      </p:grpSpPr>
      <p:sp>
        <p:nvSpPr>
          <p:cNvPr id="208" name="Rectangle 207">
            <a:extLst>
              <a:ext uri="{FF2B5EF4-FFF2-40B4-BE49-F238E27FC236}">
                <a16:creationId xmlns:a16="http://schemas.microsoft.com/office/drawing/2014/main" id="{38ABDB68-E3D5-448E-97D3-06FFEF680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BD"/>
          </a:p>
        </p:txBody>
      </p:sp>
      <p:sp>
        <p:nvSpPr>
          <p:cNvPr id="210" name="Freeform 5">
            <a:extLst>
              <a:ext uri="{FF2B5EF4-FFF2-40B4-BE49-F238E27FC236}">
                <a16:creationId xmlns:a16="http://schemas.microsoft.com/office/drawing/2014/main" id="{B8DD7FEB-D9F3-4F5B-982C-36B0664D0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BD"/>
          </a:p>
        </p:txBody>
      </p:sp>
      <p:sp>
        <p:nvSpPr>
          <p:cNvPr id="212" name="Freeform 5">
            <a:extLst>
              <a:ext uri="{FF2B5EF4-FFF2-40B4-BE49-F238E27FC236}">
                <a16:creationId xmlns:a16="http://schemas.microsoft.com/office/drawing/2014/main" id="{96BA11E4-0636-4FA9-A836-2A4FB1764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BD"/>
          </a:p>
        </p:txBody>
      </p:sp>
      <p:sp>
        <p:nvSpPr>
          <p:cNvPr id="2" name="Title 1">
            <a:extLst>
              <a:ext uri="{FF2B5EF4-FFF2-40B4-BE49-F238E27FC236}">
                <a16:creationId xmlns:a16="http://schemas.microsoft.com/office/drawing/2014/main" id="{ED0018AF-5ACF-A013-4038-2CCF73118BDD}"/>
              </a:ext>
            </a:extLst>
          </p:cNvPr>
          <p:cNvSpPr>
            <a:spLocks noGrp="1"/>
          </p:cNvSpPr>
          <p:nvPr>
            <p:ph type="title"/>
          </p:nvPr>
        </p:nvSpPr>
        <p:spPr>
          <a:xfrm>
            <a:off x="639098" y="629265"/>
            <a:ext cx="6072776" cy="1622322"/>
          </a:xfrm>
        </p:spPr>
        <p:txBody>
          <a:bodyPr>
            <a:normAutofit/>
          </a:bodyPr>
          <a:lstStyle/>
          <a:p>
            <a:r>
              <a:rPr lang="en-BD">
                <a:solidFill>
                  <a:srgbClr val="EBEBEB"/>
                </a:solidFill>
              </a:rPr>
              <a:t>Legal Proceedings</a:t>
            </a:r>
            <a:endParaRPr lang="en-BD" dirty="0">
              <a:solidFill>
                <a:srgbClr val="EBEBEB"/>
              </a:solidFill>
            </a:endParaRPr>
          </a:p>
        </p:txBody>
      </p:sp>
      <p:sp>
        <p:nvSpPr>
          <p:cNvPr id="207" name="Freeform: Shape 206">
            <a:extLst>
              <a:ext uri="{FF2B5EF4-FFF2-40B4-BE49-F238E27FC236}">
                <a16:creationId xmlns:a16="http://schemas.microsoft.com/office/drawing/2014/main" id="{5681882E-BDD0-4311-AF62-E80196285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BD"/>
          </a:p>
        </p:txBody>
      </p:sp>
      <p:sp>
        <p:nvSpPr>
          <p:cNvPr id="209" name="Rectangle 208">
            <a:extLst>
              <a:ext uri="{FF2B5EF4-FFF2-40B4-BE49-F238E27FC236}">
                <a16:creationId xmlns:a16="http://schemas.microsoft.com/office/drawing/2014/main" id="{EADD3260-4BDA-459B-A162-5E1B897E3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11" name="Oval 210">
            <a:extLst>
              <a:ext uri="{FF2B5EF4-FFF2-40B4-BE49-F238E27FC236}">
                <a16:creationId xmlns:a16="http://schemas.microsoft.com/office/drawing/2014/main" id="{283DA7DD-CA37-4ED7-8710-48E56B06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13" name="Oval 212">
            <a:extLst>
              <a:ext uri="{FF2B5EF4-FFF2-40B4-BE49-F238E27FC236}">
                <a16:creationId xmlns:a16="http://schemas.microsoft.com/office/drawing/2014/main" id="{B92F2E3C-66CD-4DEB-BA14-2A5912B65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4" name="TextBox 3">
            <a:extLst>
              <a:ext uri="{FF2B5EF4-FFF2-40B4-BE49-F238E27FC236}">
                <a16:creationId xmlns:a16="http://schemas.microsoft.com/office/drawing/2014/main" id="{4C7DC4EE-B50E-0B54-2EE1-AF70B3617AD2}"/>
              </a:ext>
            </a:extLst>
          </p:cNvPr>
          <p:cNvSpPr txBox="1"/>
          <p:nvPr/>
        </p:nvSpPr>
        <p:spPr>
          <a:xfrm>
            <a:off x="8954814" y="4950372"/>
            <a:ext cx="274434" cy="369332"/>
          </a:xfrm>
          <a:prstGeom prst="rect">
            <a:avLst/>
          </a:prstGeom>
          <a:noFill/>
        </p:spPr>
        <p:txBody>
          <a:bodyPr wrap="none" rtlCol="0">
            <a:spAutoFit/>
          </a:bodyPr>
          <a:lstStyle/>
          <a:p>
            <a:r>
              <a:rPr lang="en-BD" dirty="0"/>
              <a:t>s</a:t>
            </a:r>
          </a:p>
        </p:txBody>
      </p:sp>
      <p:graphicFrame>
        <p:nvGraphicFramePr>
          <p:cNvPr id="217" name="Content Placeholder 2">
            <a:extLst>
              <a:ext uri="{FF2B5EF4-FFF2-40B4-BE49-F238E27FC236}">
                <a16:creationId xmlns:a16="http://schemas.microsoft.com/office/drawing/2014/main" id="{E4554802-BD1D-CA62-E367-F10A0555D8A3}"/>
              </a:ext>
            </a:extLst>
          </p:cNvPr>
          <p:cNvGraphicFramePr/>
          <p:nvPr/>
        </p:nvGraphicFramePr>
        <p:xfrm>
          <a:off x="620008" y="2251587"/>
          <a:ext cx="6072776"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851462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CBCA5-9B24-FB05-90B3-927BAF668439}"/>
              </a:ext>
            </a:extLst>
          </p:cNvPr>
          <p:cNvSpPr>
            <a:spLocks noGrp="1"/>
          </p:cNvSpPr>
          <p:nvPr>
            <p:ph type="title"/>
          </p:nvPr>
        </p:nvSpPr>
        <p:spPr>
          <a:xfrm>
            <a:off x="1154954" y="973668"/>
            <a:ext cx="8761413" cy="706964"/>
          </a:xfrm>
        </p:spPr>
        <p:txBody>
          <a:bodyPr>
            <a:normAutofit/>
          </a:bodyPr>
          <a:lstStyle/>
          <a:p>
            <a:pPr>
              <a:lnSpc>
                <a:spcPct val="90000"/>
              </a:lnSpc>
            </a:pPr>
            <a:r>
              <a:rPr lang="en-BD" sz="2800"/>
              <a:t>Technical Aspects: LiDAR (stolen technology)</a:t>
            </a:r>
          </a:p>
        </p:txBody>
      </p:sp>
      <p:pic>
        <p:nvPicPr>
          <p:cNvPr id="6" name="Picture 5">
            <a:extLst>
              <a:ext uri="{FF2B5EF4-FFF2-40B4-BE49-F238E27FC236}">
                <a16:creationId xmlns:a16="http://schemas.microsoft.com/office/drawing/2014/main" id="{6855EEC2-68E1-02FD-1A6A-3315DD87736B}"/>
              </a:ext>
            </a:extLst>
          </p:cNvPr>
          <p:cNvPicPr>
            <a:picLocks noChangeAspect="1"/>
          </p:cNvPicPr>
          <p:nvPr/>
        </p:nvPicPr>
        <p:blipFill>
          <a:blip r:embed="rId2"/>
          <a:srcRect l="14241" r="5722" b="4"/>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8" name="Content Placeholder 2">
            <a:extLst>
              <a:ext uri="{FF2B5EF4-FFF2-40B4-BE49-F238E27FC236}">
                <a16:creationId xmlns:a16="http://schemas.microsoft.com/office/drawing/2014/main" id="{3156ED72-56BC-3F32-03EB-68E119B0B536}"/>
              </a:ext>
            </a:extLst>
          </p:cNvPr>
          <p:cNvSpPr>
            <a:spLocks noGrp="1"/>
          </p:cNvSpPr>
          <p:nvPr>
            <p:ph idx="1"/>
          </p:nvPr>
        </p:nvSpPr>
        <p:spPr>
          <a:xfrm>
            <a:off x="5980954" y="2603500"/>
            <a:ext cx="5211979" cy="3416300"/>
          </a:xfrm>
        </p:spPr>
        <p:txBody>
          <a:bodyPr anchor="ctr">
            <a:normAutofit/>
          </a:bodyPr>
          <a:lstStyle/>
          <a:p>
            <a:pPr>
              <a:lnSpc>
                <a:spcPct val="90000"/>
              </a:lnSpc>
            </a:pPr>
            <a:r>
              <a:rPr lang="en-BD" sz="1100" b="1" dirty="0"/>
              <a:t>What is LiDAR?</a:t>
            </a:r>
            <a:endParaRPr lang="en-BD" sz="1100" dirty="0"/>
          </a:p>
          <a:p>
            <a:pPr>
              <a:lnSpc>
                <a:spcPct val="90000"/>
              </a:lnSpc>
            </a:pPr>
            <a:r>
              <a:rPr lang="en-BD" sz="1100" b="1" dirty="0"/>
              <a:t>Light Detection and Ranging</a:t>
            </a:r>
            <a:r>
              <a:rPr lang="en-BD" sz="1100" dirty="0"/>
              <a:t> — the "electronic eyes" of autonomous vehicles</a:t>
            </a:r>
          </a:p>
          <a:p>
            <a:pPr>
              <a:lnSpc>
                <a:spcPct val="90000"/>
              </a:lnSpc>
            </a:pPr>
            <a:r>
              <a:rPr lang="en-BD" sz="1100" dirty="0"/>
              <a:t>Enables self-driving cars to detect traffic, pedestrians, and obstacles</a:t>
            </a:r>
          </a:p>
          <a:p>
            <a:pPr>
              <a:lnSpc>
                <a:spcPct val="90000"/>
              </a:lnSpc>
            </a:pPr>
            <a:r>
              <a:rPr lang="en-BD" sz="1100" dirty="0"/>
              <a:t>Each manufacturer develops proprietary, unique LiDAR systems</a:t>
            </a:r>
          </a:p>
          <a:p>
            <a:pPr>
              <a:lnSpc>
                <a:spcPct val="90000"/>
              </a:lnSpc>
            </a:pPr>
            <a:r>
              <a:rPr lang="en-BD" sz="1100" b="1" dirty="0"/>
              <a:t>What Levandowski Took:</a:t>
            </a:r>
            <a:endParaRPr lang="en-BD" sz="1100" dirty="0"/>
          </a:p>
          <a:p>
            <a:pPr>
              <a:lnSpc>
                <a:spcPct val="90000"/>
              </a:lnSpc>
            </a:pPr>
            <a:r>
              <a:rPr lang="en-BD" sz="1100" dirty="0"/>
              <a:t>14,000+ confidential files</a:t>
            </a:r>
          </a:p>
          <a:p>
            <a:pPr>
              <a:lnSpc>
                <a:spcPct val="90000"/>
              </a:lnSpc>
            </a:pPr>
            <a:r>
              <a:rPr lang="en-BD" sz="1100" dirty="0"/>
              <a:t>Technical </a:t>
            </a:r>
            <a:r>
              <a:rPr lang="en-BD" sz="1100" b="1" dirty="0"/>
              <a:t>blueprints, design files, schematics</a:t>
            </a:r>
            <a:endParaRPr lang="en-BD" sz="1100" dirty="0"/>
          </a:p>
          <a:p>
            <a:pPr>
              <a:lnSpc>
                <a:spcPct val="90000"/>
              </a:lnSpc>
            </a:pPr>
            <a:r>
              <a:rPr lang="en-BD" sz="1100" b="1" dirty="0"/>
              <a:t>Circuit board designs</a:t>
            </a:r>
            <a:r>
              <a:rPr lang="en-BD" sz="1100" dirty="0"/>
              <a:t> (Trade Secret 14: positioning guide pins)</a:t>
            </a:r>
          </a:p>
          <a:p>
            <a:pPr>
              <a:lnSpc>
                <a:spcPct val="90000"/>
              </a:lnSpc>
            </a:pPr>
            <a:r>
              <a:rPr lang="en-BD" sz="1100" dirty="0"/>
              <a:t>System architectures and specifications</a:t>
            </a:r>
          </a:p>
          <a:p>
            <a:pPr>
              <a:lnSpc>
                <a:spcPct val="90000"/>
              </a:lnSpc>
            </a:pPr>
            <a:endParaRPr lang="en-BD" sz="1100" dirty="0"/>
          </a:p>
        </p:txBody>
      </p:sp>
      <p:sp>
        <p:nvSpPr>
          <p:cNvPr id="9" name="TextBox 8">
            <a:extLst>
              <a:ext uri="{FF2B5EF4-FFF2-40B4-BE49-F238E27FC236}">
                <a16:creationId xmlns:a16="http://schemas.microsoft.com/office/drawing/2014/main" id="{B637A7D8-427F-A13D-78E6-4BBB551C6266}"/>
              </a:ext>
            </a:extLst>
          </p:cNvPr>
          <p:cNvSpPr txBox="1"/>
          <p:nvPr/>
        </p:nvSpPr>
        <p:spPr>
          <a:xfrm>
            <a:off x="1866170" y="5835134"/>
            <a:ext cx="3165231" cy="215444"/>
          </a:xfrm>
          <a:prstGeom prst="rect">
            <a:avLst/>
          </a:prstGeom>
          <a:noFill/>
        </p:spPr>
        <p:txBody>
          <a:bodyPr wrap="square" rtlCol="0">
            <a:spAutoFit/>
          </a:bodyPr>
          <a:lstStyle/>
          <a:p>
            <a:pPr algn="ctr"/>
            <a:r>
              <a:rPr lang="en-GB" sz="800" dirty="0"/>
              <a:t>S</a:t>
            </a:r>
            <a:r>
              <a:rPr lang="en-BD" sz="800" dirty="0"/>
              <a:t>ource: google</a:t>
            </a:r>
          </a:p>
        </p:txBody>
      </p:sp>
    </p:spTree>
    <p:extLst>
      <p:ext uri="{BB962C8B-B14F-4D97-AF65-F5344CB8AC3E}">
        <p14:creationId xmlns:p14="http://schemas.microsoft.com/office/powerpoint/2010/main" val="233109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 y="473745"/>
            <a:ext cx="11227090"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 name="Title 1">
            <a:extLst>
              <a:ext uri="{FF2B5EF4-FFF2-40B4-BE49-F238E27FC236}">
                <a16:creationId xmlns:a16="http://schemas.microsoft.com/office/drawing/2014/main" id="{9DFC7EB5-30D7-DF28-C01D-5DEE940BCD85}"/>
              </a:ext>
            </a:extLst>
          </p:cNvPr>
          <p:cNvSpPr>
            <a:spLocks noGrp="1"/>
          </p:cNvSpPr>
          <p:nvPr>
            <p:ph type="title"/>
          </p:nvPr>
        </p:nvSpPr>
        <p:spPr>
          <a:xfrm>
            <a:off x="1154954" y="855482"/>
            <a:ext cx="8761413" cy="898674"/>
          </a:xfrm>
        </p:spPr>
        <p:txBody>
          <a:bodyPr anchor="b">
            <a:normAutofit/>
          </a:bodyPr>
          <a:lstStyle/>
          <a:p>
            <a:r>
              <a:rPr lang="en-BD">
                <a:solidFill>
                  <a:schemeClr val="tx2"/>
                </a:solidFill>
              </a:rPr>
              <a:t>Technical Aspects: The Evidence</a:t>
            </a:r>
          </a:p>
        </p:txBody>
      </p:sp>
      <p:sp>
        <p:nvSpPr>
          <p:cNvPr id="31" name="Rectangle 30">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3" name="Content Placeholder 2">
            <a:extLst>
              <a:ext uri="{FF2B5EF4-FFF2-40B4-BE49-F238E27FC236}">
                <a16:creationId xmlns:a16="http://schemas.microsoft.com/office/drawing/2014/main" id="{F762B9BB-85B8-26E7-DDBE-FC46AE3E66A2}"/>
              </a:ext>
            </a:extLst>
          </p:cNvPr>
          <p:cNvSpPr>
            <a:spLocks noGrp="1"/>
          </p:cNvSpPr>
          <p:nvPr>
            <p:ph idx="1"/>
          </p:nvPr>
        </p:nvSpPr>
        <p:spPr>
          <a:xfrm>
            <a:off x="1154954" y="2079173"/>
            <a:ext cx="8182191" cy="3730689"/>
          </a:xfrm>
        </p:spPr>
        <p:txBody>
          <a:bodyPr anchor="ctr">
            <a:normAutofit/>
          </a:bodyPr>
          <a:lstStyle/>
          <a:p>
            <a:pPr>
              <a:lnSpc>
                <a:spcPct val="90000"/>
              </a:lnSpc>
            </a:pPr>
            <a:r>
              <a:rPr lang="en-BD" sz="1500" b="1">
                <a:solidFill>
                  <a:schemeClr val="tx1"/>
                </a:solidFill>
              </a:rPr>
              <a:t>How Was the Theft Discovered?</a:t>
            </a:r>
          </a:p>
          <a:p>
            <a:pPr>
              <a:lnSpc>
                <a:spcPct val="90000"/>
              </a:lnSpc>
            </a:pPr>
            <a:r>
              <a:rPr lang="en-BD" sz="1500" b="1">
                <a:solidFill>
                  <a:schemeClr val="tx1"/>
                </a:solidFill>
              </a:rPr>
              <a:t>The "Smoking Gun" Email</a:t>
            </a:r>
            <a:endParaRPr lang="en-BD" sz="1500">
              <a:solidFill>
                <a:schemeClr val="tx1"/>
              </a:solidFill>
            </a:endParaRPr>
          </a:p>
          <a:p>
            <a:pPr>
              <a:lnSpc>
                <a:spcPct val="90000"/>
              </a:lnSpc>
            </a:pPr>
            <a:r>
              <a:rPr lang="en-BD" sz="1500">
                <a:solidFill>
                  <a:schemeClr val="tx1"/>
                </a:solidFill>
              </a:rPr>
              <a:t>Waymo employee was </a:t>
            </a:r>
            <a:r>
              <a:rPr lang="en-BD" sz="1500" b="1">
                <a:solidFill>
                  <a:schemeClr val="tx1"/>
                </a:solidFill>
              </a:rPr>
              <a:t>inadvertently copied</a:t>
            </a:r>
            <a:r>
              <a:rPr lang="en-BD" sz="1500">
                <a:solidFill>
                  <a:schemeClr val="tx1"/>
                </a:solidFill>
              </a:rPr>
              <a:t> on an email from a LiDAR supplier</a:t>
            </a:r>
          </a:p>
          <a:p>
            <a:pPr>
              <a:lnSpc>
                <a:spcPct val="90000"/>
              </a:lnSpc>
            </a:pPr>
            <a:r>
              <a:rPr lang="en-BD" sz="1500">
                <a:solidFill>
                  <a:schemeClr val="tx1"/>
                </a:solidFill>
              </a:rPr>
              <a:t>Email contained </a:t>
            </a:r>
            <a:r>
              <a:rPr lang="en-BD" sz="1500" b="1">
                <a:solidFill>
                  <a:schemeClr val="tx1"/>
                </a:solidFill>
              </a:rPr>
              <a:t>circuit board drawings</a:t>
            </a:r>
            <a:r>
              <a:rPr lang="en-BD" sz="1500">
                <a:solidFill>
                  <a:schemeClr val="tx1"/>
                </a:solidFill>
              </a:rPr>
              <a:t> eerily similar to Waymo's proprietary designs</a:t>
            </a:r>
          </a:p>
          <a:p>
            <a:pPr>
              <a:lnSpc>
                <a:spcPct val="90000"/>
              </a:lnSpc>
            </a:pPr>
            <a:r>
              <a:rPr lang="en-BD" sz="1500" b="1">
                <a:solidFill>
                  <a:schemeClr val="tx1"/>
                </a:solidFill>
              </a:rPr>
              <a:t>Forensic Evidence</a:t>
            </a:r>
            <a:endParaRPr lang="en-BD" sz="1500">
              <a:solidFill>
                <a:schemeClr val="tx1"/>
              </a:solidFill>
            </a:endParaRPr>
          </a:p>
          <a:p>
            <a:pPr>
              <a:lnSpc>
                <a:spcPct val="90000"/>
              </a:lnSpc>
            </a:pPr>
            <a:r>
              <a:rPr lang="en-BD" sz="1500">
                <a:solidFill>
                  <a:schemeClr val="tx1"/>
                </a:solidFill>
              </a:rPr>
              <a:t>Forensic analysis confirmed </a:t>
            </a:r>
            <a:r>
              <a:rPr lang="en-BD" sz="1500" b="1">
                <a:solidFill>
                  <a:schemeClr val="tx1"/>
                </a:solidFill>
              </a:rPr>
              <a:t>14,000+ files</a:t>
            </a:r>
            <a:r>
              <a:rPr lang="en-BD" sz="1500">
                <a:solidFill>
                  <a:schemeClr val="tx1"/>
                </a:solidFill>
              </a:rPr>
              <a:t> were transferred to external storage</a:t>
            </a:r>
          </a:p>
          <a:p>
            <a:pPr>
              <a:lnSpc>
                <a:spcPct val="90000"/>
              </a:lnSpc>
            </a:pPr>
            <a:r>
              <a:rPr lang="en-BD" sz="1500">
                <a:solidFill>
                  <a:schemeClr val="tx1"/>
                </a:solidFill>
              </a:rPr>
              <a:t>Levandowski accessed Waymo's SVN schematic repository on </a:t>
            </a:r>
            <a:r>
              <a:rPr lang="en-BD" sz="1500" b="1">
                <a:solidFill>
                  <a:schemeClr val="tx1"/>
                </a:solidFill>
              </a:rPr>
              <a:t>Dec 11, 2015</a:t>
            </a:r>
            <a:endParaRPr lang="en-BD" sz="1500">
              <a:solidFill>
                <a:schemeClr val="tx1"/>
              </a:solidFill>
            </a:endParaRPr>
          </a:p>
          <a:p>
            <a:pPr>
              <a:lnSpc>
                <a:spcPct val="90000"/>
              </a:lnSpc>
            </a:pPr>
            <a:r>
              <a:rPr lang="en-BD" sz="1500">
                <a:solidFill>
                  <a:schemeClr val="tx1"/>
                </a:solidFill>
              </a:rPr>
              <a:t>Downloaded data included </a:t>
            </a:r>
            <a:r>
              <a:rPr lang="en-BD" sz="1500" b="1">
                <a:solidFill>
                  <a:schemeClr val="tx1"/>
                </a:solidFill>
              </a:rPr>
              <a:t>9.7 GB</a:t>
            </a:r>
            <a:r>
              <a:rPr lang="en-BD" sz="1500">
                <a:solidFill>
                  <a:schemeClr val="tx1"/>
                </a:solidFill>
              </a:rPr>
              <a:t> of confidential information</a:t>
            </a:r>
          </a:p>
          <a:p>
            <a:pPr>
              <a:lnSpc>
                <a:spcPct val="90000"/>
              </a:lnSpc>
            </a:pPr>
            <a:endParaRPr lang="en-BD" sz="1500">
              <a:solidFill>
                <a:schemeClr val="tx1"/>
              </a:solidFill>
            </a:endParaRPr>
          </a:p>
        </p:txBody>
      </p:sp>
    </p:spTree>
    <p:extLst>
      <p:ext uri="{BB962C8B-B14F-4D97-AF65-F5344CB8AC3E}">
        <p14:creationId xmlns:p14="http://schemas.microsoft.com/office/powerpoint/2010/main" val="86766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BD"/>
          </a:p>
        </p:txBody>
      </p:sp>
      <p:sp>
        <p:nvSpPr>
          <p:cNvPr id="53"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BD"/>
          </a:p>
        </p:txBody>
      </p:sp>
      <p:sp>
        <p:nvSpPr>
          <p:cNvPr id="55" name="Freeform: Shape 54">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BD"/>
          </a:p>
        </p:txBody>
      </p:sp>
      <p:sp>
        <p:nvSpPr>
          <p:cNvPr id="57"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BD"/>
          </a:p>
        </p:txBody>
      </p:sp>
      <p:sp>
        <p:nvSpPr>
          <p:cNvPr id="2" name="Title 1">
            <a:extLst>
              <a:ext uri="{FF2B5EF4-FFF2-40B4-BE49-F238E27FC236}">
                <a16:creationId xmlns:a16="http://schemas.microsoft.com/office/drawing/2014/main" id="{179E5656-1413-5D26-F5E8-C2E962591FC4}"/>
              </a:ext>
            </a:extLst>
          </p:cNvPr>
          <p:cNvSpPr>
            <a:spLocks noGrp="1"/>
          </p:cNvSpPr>
          <p:nvPr>
            <p:ph type="title"/>
          </p:nvPr>
        </p:nvSpPr>
        <p:spPr>
          <a:xfrm>
            <a:off x="994087" y="1130603"/>
            <a:ext cx="3342442" cy="4596794"/>
          </a:xfrm>
        </p:spPr>
        <p:txBody>
          <a:bodyPr anchor="ctr">
            <a:normAutofit/>
          </a:bodyPr>
          <a:lstStyle/>
          <a:p>
            <a:r>
              <a:rPr lang="en-BD" sz="3200">
                <a:solidFill>
                  <a:srgbClr val="EBEBEB"/>
                </a:solidFill>
              </a:rPr>
              <a:t>Organizational Failures and Incident Response</a:t>
            </a:r>
          </a:p>
        </p:txBody>
      </p:sp>
      <p:sp>
        <p:nvSpPr>
          <p:cNvPr id="44" name="Content Placeholder 2">
            <a:extLst>
              <a:ext uri="{FF2B5EF4-FFF2-40B4-BE49-F238E27FC236}">
                <a16:creationId xmlns:a16="http://schemas.microsoft.com/office/drawing/2014/main" id="{2DF9904C-E66F-DED0-D614-3846C177EDFA}"/>
              </a:ext>
            </a:extLst>
          </p:cNvPr>
          <p:cNvSpPr>
            <a:spLocks noGrp="1"/>
          </p:cNvSpPr>
          <p:nvPr>
            <p:ph idx="1"/>
          </p:nvPr>
        </p:nvSpPr>
        <p:spPr>
          <a:xfrm>
            <a:off x="5290077" y="437513"/>
            <a:ext cx="5502614" cy="5954325"/>
          </a:xfrm>
        </p:spPr>
        <p:txBody>
          <a:bodyPr anchor="ctr">
            <a:normAutofit/>
          </a:bodyPr>
          <a:lstStyle/>
          <a:p>
            <a:pPr>
              <a:lnSpc>
                <a:spcPct val="90000"/>
              </a:lnSpc>
            </a:pPr>
            <a:r>
              <a:rPr lang="en-BD" sz="1300" b="1" dirty="0"/>
              <a:t>Organizational Failures</a:t>
            </a:r>
            <a:endParaRPr lang="en-BD" sz="1300" dirty="0"/>
          </a:p>
          <a:p>
            <a:pPr>
              <a:lnSpc>
                <a:spcPct val="90000"/>
              </a:lnSpc>
            </a:pPr>
            <a:r>
              <a:rPr lang="en-BD" sz="1300" dirty="0"/>
              <a:t>No restrictions on mass downloads – Levandowski had legitimate, unrestricted access</a:t>
            </a:r>
          </a:p>
          <a:p>
            <a:pPr>
              <a:lnSpc>
                <a:spcPct val="90000"/>
              </a:lnSpc>
            </a:pPr>
            <a:r>
              <a:rPr lang="en-BD" sz="1300" dirty="0"/>
              <a:t>No real‑time DLP alerts for abnormal file transfers</a:t>
            </a:r>
          </a:p>
          <a:p>
            <a:pPr>
              <a:lnSpc>
                <a:spcPct val="90000"/>
              </a:lnSpc>
            </a:pPr>
            <a:r>
              <a:rPr lang="en-BD" sz="1300" dirty="0"/>
              <a:t>Sensitive files were not persistently encrypted</a:t>
            </a:r>
          </a:p>
          <a:p>
            <a:pPr>
              <a:lnSpc>
                <a:spcPct val="90000"/>
              </a:lnSpc>
            </a:pPr>
            <a:r>
              <a:rPr lang="en-BD" sz="1300" dirty="0"/>
              <a:t>Documents lacked automatic classification as trade secrets</a:t>
            </a:r>
          </a:p>
          <a:p>
            <a:pPr>
              <a:lnSpc>
                <a:spcPct val="90000"/>
              </a:lnSpc>
            </a:pPr>
            <a:r>
              <a:rPr lang="en-BD" sz="1300" dirty="0"/>
              <a:t>Offboarding controls did not prevent data exfiltration before resignation</a:t>
            </a:r>
          </a:p>
          <a:p>
            <a:pPr>
              <a:lnSpc>
                <a:spcPct val="90000"/>
              </a:lnSpc>
            </a:pPr>
            <a:r>
              <a:rPr lang="en-BD" sz="1300" dirty="0"/>
              <a:t>No behavioral monitoring correlated download activity with risk context</a:t>
            </a:r>
          </a:p>
          <a:p>
            <a:pPr>
              <a:lnSpc>
                <a:spcPct val="90000"/>
              </a:lnSpc>
            </a:pPr>
            <a:r>
              <a:rPr lang="en-BD" sz="1300" b="1" dirty="0"/>
              <a:t>Incident Response</a:t>
            </a:r>
            <a:endParaRPr lang="en-BD" sz="1300" dirty="0"/>
          </a:p>
          <a:p>
            <a:pPr>
              <a:lnSpc>
                <a:spcPct val="90000"/>
              </a:lnSpc>
            </a:pPr>
            <a:r>
              <a:rPr lang="en-BD" sz="1300" dirty="0"/>
              <a:t>Waymo conducted an internal investigation, filed suit promptly (Feb 2017), obtained a preliminary injunction, and referred the case to the DOJ</a:t>
            </a:r>
          </a:p>
          <a:p>
            <a:pPr>
              <a:lnSpc>
                <a:spcPct val="90000"/>
              </a:lnSpc>
            </a:pPr>
            <a:r>
              <a:rPr lang="en-BD" sz="1300" dirty="0"/>
              <a:t>Uber initially denied using Waymo technology, failed to disclose vital evidence, and demoted Levandowski only after legal pressure</a:t>
            </a:r>
          </a:p>
          <a:p>
            <a:pPr>
              <a:lnSpc>
                <a:spcPct val="90000"/>
              </a:lnSpc>
            </a:pPr>
            <a:r>
              <a:rPr lang="en-BD" sz="1300" dirty="0"/>
              <a:t>Settlement reached mid‑trial: Uber paid </a:t>
            </a:r>
            <a:r>
              <a:rPr lang="en-BD" sz="1300" b="1" dirty="0"/>
              <a:t>$245M</a:t>
            </a:r>
            <a:r>
              <a:rPr lang="en-BD" sz="1300" dirty="0"/>
              <a:t> in equity</a:t>
            </a:r>
          </a:p>
          <a:p>
            <a:pPr>
              <a:lnSpc>
                <a:spcPct val="90000"/>
              </a:lnSpc>
            </a:pPr>
            <a:r>
              <a:rPr lang="en-BD" sz="1300" dirty="0"/>
              <a:t>Levandowski was charged with </a:t>
            </a:r>
            <a:r>
              <a:rPr lang="en-BD" sz="1300" b="1" dirty="0"/>
              <a:t>33 counts</a:t>
            </a:r>
            <a:r>
              <a:rPr lang="en-BD" sz="1300" dirty="0"/>
              <a:t> and sentenced to </a:t>
            </a:r>
            <a:r>
              <a:rPr lang="en-BD" sz="1300" b="1" dirty="0"/>
              <a:t>18 months</a:t>
            </a:r>
            <a:r>
              <a:rPr lang="en-BD" sz="1300" dirty="0"/>
              <a:t> in federal prison (later pardoned)</a:t>
            </a:r>
          </a:p>
          <a:p>
            <a:pPr marL="0" indent="0">
              <a:lnSpc>
                <a:spcPct val="90000"/>
              </a:lnSpc>
              <a:buNone/>
            </a:pPr>
            <a:br>
              <a:rPr lang="en-BD" sz="1300" dirty="0"/>
            </a:br>
            <a:endParaRPr lang="en-BD" sz="1300" dirty="0"/>
          </a:p>
        </p:txBody>
      </p:sp>
    </p:spTree>
    <p:extLst>
      <p:ext uri="{BB962C8B-B14F-4D97-AF65-F5344CB8AC3E}">
        <p14:creationId xmlns:p14="http://schemas.microsoft.com/office/powerpoint/2010/main" val="1487154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5C046-41FD-8F3F-C23B-A4F3B29CA4B3}"/>
              </a:ext>
            </a:extLst>
          </p:cNvPr>
          <p:cNvSpPr>
            <a:spLocks noGrp="1"/>
          </p:cNvSpPr>
          <p:nvPr>
            <p:ph type="title"/>
          </p:nvPr>
        </p:nvSpPr>
        <p:spPr>
          <a:xfrm>
            <a:off x="1154954" y="973668"/>
            <a:ext cx="8761413" cy="706964"/>
          </a:xfrm>
        </p:spPr>
        <p:txBody>
          <a:bodyPr>
            <a:normAutofit/>
          </a:bodyPr>
          <a:lstStyle/>
          <a:p>
            <a:r>
              <a:rPr lang="en-BD">
                <a:solidFill>
                  <a:srgbClr val="EBEBEB"/>
                </a:solidFill>
              </a:rPr>
              <a:t>Legal, Ethical and Business Impact</a:t>
            </a:r>
          </a:p>
        </p:txBody>
      </p:sp>
      <p:sp>
        <p:nvSpPr>
          <p:cNvPr id="21" name="Content Placeholder 2">
            <a:extLst>
              <a:ext uri="{FF2B5EF4-FFF2-40B4-BE49-F238E27FC236}">
                <a16:creationId xmlns:a16="http://schemas.microsoft.com/office/drawing/2014/main" id="{A670FC7D-CCD4-1D04-4F65-65C8E7C43504}"/>
              </a:ext>
            </a:extLst>
          </p:cNvPr>
          <p:cNvSpPr>
            <a:spLocks noGrp="1"/>
          </p:cNvSpPr>
          <p:nvPr>
            <p:ph idx="1"/>
          </p:nvPr>
        </p:nvSpPr>
        <p:spPr>
          <a:xfrm>
            <a:off x="1154954" y="2603500"/>
            <a:ext cx="6397313" cy="3416300"/>
          </a:xfrm>
        </p:spPr>
        <p:txBody>
          <a:bodyPr anchor="ctr">
            <a:normAutofit/>
          </a:bodyPr>
          <a:lstStyle/>
          <a:p>
            <a:pPr>
              <a:lnSpc>
                <a:spcPct val="90000"/>
              </a:lnSpc>
            </a:pPr>
            <a:r>
              <a:rPr lang="en-BD" sz="900" b="1"/>
              <a:t>Legal Consequences</a:t>
            </a:r>
            <a:endParaRPr lang="en-BD" sz="900"/>
          </a:p>
          <a:p>
            <a:pPr>
              <a:lnSpc>
                <a:spcPct val="90000"/>
              </a:lnSpc>
            </a:pPr>
            <a:r>
              <a:rPr lang="en-BD" sz="900"/>
              <a:t>Civil suit under the </a:t>
            </a:r>
            <a:r>
              <a:rPr lang="en-BD" sz="900" b="1"/>
              <a:t>Defend Trade Secrets Act</a:t>
            </a:r>
            <a:r>
              <a:rPr lang="en-BD" sz="900"/>
              <a:t> and </a:t>
            </a:r>
            <a:r>
              <a:rPr lang="en-BD" sz="900" b="1"/>
              <a:t>California Uniform Trade Secrets Act</a:t>
            </a:r>
            <a:r>
              <a:rPr lang="en-BD" sz="900"/>
              <a:t> – settled for </a:t>
            </a:r>
            <a:r>
              <a:rPr lang="en-BD" sz="900" b="1"/>
              <a:t>$245M</a:t>
            </a:r>
            <a:endParaRPr lang="en-BD" sz="900"/>
          </a:p>
          <a:p>
            <a:pPr>
              <a:lnSpc>
                <a:spcPct val="90000"/>
              </a:lnSpc>
            </a:pPr>
            <a:r>
              <a:rPr lang="en-BD" sz="900"/>
              <a:t>Criminal charges: </a:t>
            </a:r>
            <a:r>
              <a:rPr lang="en-BD" sz="900" b="1"/>
              <a:t>33 counts</a:t>
            </a:r>
            <a:r>
              <a:rPr lang="en-BD" sz="900"/>
              <a:t> of trade secret theft – Levandowski received </a:t>
            </a:r>
            <a:r>
              <a:rPr lang="en-BD" sz="900" b="1"/>
              <a:t>18 months</a:t>
            </a:r>
            <a:r>
              <a:rPr lang="en-BD" sz="900"/>
              <a:t> in prison</a:t>
            </a:r>
          </a:p>
          <a:p>
            <a:pPr>
              <a:lnSpc>
                <a:spcPct val="90000"/>
              </a:lnSpc>
            </a:pPr>
            <a:r>
              <a:rPr lang="en-BD" sz="900"/>
              <a:t>Judge Alsup referred the case to the </a:t>
            </a:r>
            <a:r>
              <a:rPr lang="en-BD" sz="900" b="1"/>
              <a:t>DOJ</a:t>
            </a:r>
            <a:r>
              <a:rPr lang="en-BD" sz="900"/>
              <a:t>, which also triggered </a:t>
            </a:r>
            <a:r>
              <a:rPr lang="en-BD" sz="900" b="1"/>
              <a:t>shareholder lawsuits</a:t>
            </a:r>
            <a:r>
              <a:rPr lang="en-BD" sz="900"/>
              <a:t> against Uber’s board</a:t>
            </a:r>
          </a:p>
          <a:p>
            <a:pPr>
              <a:lnSpc>
                <a:spcPct val="90000"/>
              </a:lnSpc>
            </a:pPr>
            <a:r>
              <a:rPr lang="en-BD" sz="900" b="1"/>
              <a:t>Ethical Issues</a:t>
            </a:r>
            <a:endParaRPr lang="en-BD" sz="900"/>
          </a:p>
          <a:p>
            <a:pPr>
              <a:lnSpc>
                <a:spcPct val="90000"/>
              </a:lnSpc>
            </a:pPr>
            <a:r>
              <a:rPr lang="en-BD" sz="900"/>
              <a:t>Did Uber knowingly hire an engineer who had stolen trade secrets?</a:t>
            </a:r>
          </a:p>
          <a:p>
            <a:pPr>
              <a:lnSpc>
                <a:spcPct val="90000"/>
              </a:lnSpc>
            </a:pPr>
            <a:r>
              <a:rPr lang="en-BD" sz="900"/>
              <a:t>Levandowski’s </a:t>
            </a:r>
            <a:r>
              <a:rPr lang="en-BD" sz="900" b="1"/>
              <a:t>Fifth Amendment</a:t>
            </a:r>
            <a:r>
              <a:rPr lang="en-BD" sz="900"/>
              <a:t> invocation raised questions of guilt</a:t>
            </a:r>
          </a:p>
          <a:p>
            <a:pPr>
              <a:lnSpc>
                <a:spcPct val="90000"/>
              </a:lnSpc>
            </a:pPr>
            <a:r>
              <a:rPr lang="en-BD" sz="900"/>
              <a:t>Corporate culture that prioritized speed over ethical conduct</a:t>
            </a:r>
          </a:p>
          <a:p>
            <a:pPr>
              <a:lnSpc>
                <a:spcPct val="90000"/>
              </a:lnSpc>
            </a:pPr>
            <a:r>
              <a:rPr lang="en-BD" sz="900" b="1"/>
              <a:t>Business Impact</a:t>
            </a:r>
            <a:endParaRPr lang="en-BD" sz="900"/>
          </a:p>
          <a:p>
            <a:pPr>
              <a:lnSpc>
                <a:spcPct val="90000"/>
              </a:lnSpc>
            </a:pPr>
            <a:r>
              <a:rPr lang="en-BD" sz="900"/>
              <a:t>Reputational damage to Uber’s brand and leadership</a:t>
            </a:r>
          </a:p>
          <a:p>
            <a:pPr>
              <a:lnSpc>
                <a:spcPct val="90000"/>
              </a:lnSpc>
            </a:pPr>
            <a:r>
              <a:rPr lang="en-BD" sz="900"/>
              <a:t>Uber’s self‑driving program was </a:t>
            </a:r>
            <a:r>
              <a:rPr lang="en-BD" sz="900" b="1"/>
              <a:t>delayed by years</a:t>
            </a:r>
            <a:endParaRPr lang="en-BD" sz="900"/>
          </a:p>
          <a:p>
            <a:pPr>
              <a:lnSpc>
                <a:spcPct val="90000"/>
              </a:lnSpc>
            </a:pPr>
            <a:r>
              <a:rPr lang="en-BD" sz="900"/>
              <a:t>Financial toll: </a:t>
            </a:r>
            <a:r>
              <a:rPr lang="en-BD" sz="900" b="1"/>
              <a:t>$245M settlement</a:t>
            </a:r>
            <a:r>
              <a:rPr lang="en-BD" sz="900"/>
              <a:t> + legal fees + lost competitive advantage</a:t>
            </a:r>
          </a:p>
          <a:p>
            <a:pPr>
              <a:lnSpc>
                <a:spcPct val="90000"/>
              </a:lnSpc>
            </a:pPr>
            <a:r>
              <a:rPr lang="en-BD" sz="900"/>
              <a:t>Waymo’s ~</a:t>
            </a:r>
            <a:r>
              <a:rPr lang="en-BD" sz="900" b="1"/>
              <a:t>$1.1B</a:t>
            </a:r>
            <a:r>
              <a:rPr lang="en-BD" sz="900"/>
              <a:t> R&amp;D investment was partially devalued</a:t>
            </a:r>
          </a:p>
          <a:p>
            <a:pPr>
              <a:lnSpc>
                <a:spcPct val="90000"/>
              </a:lnSpc>
            </a:pPr>
            <a:endParaRPr lang="en-BD" sz="900"/>
          </a:p>
        </p:txBody>
      </p:sp>
      <p:pic>
        <p:nvPicPr>
          <p:cNvPr id="6" name="Picture 5">
            <a:extLst>
              <a:ext uri="{FF2B5EF4-FFF2-40B4-BE49-F238E27FC236}">
                <a16:creationId xmlns:a16="http://schemas.microsoft.com/office/drawing/2014/main" id="{95E5CE14-D625-5077-4513-01F9B17EC30F}"/>
              </a:ext>
            </a:extLst>
          </p:cNvPr>
          <p:cNvPicPr>
            <a:picLocks noChangeAspect="1"/>
          </p:cNvPicPr>
          <p:nvPr/>
        </p:nvPicPr>
        <p:blipFill>
          <a:blip r:embed="rId2"/>
          <a:stretch>
            <a:fillRect/>
          </a:stretch>
        </p:blipFill>
        <p:spPr>
          <a:xfrm>
            <a:off x="8375903" y="2775951"/>
            <a:ext cx="236938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762499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98B1F-0D28-DF91-5F49-4A6B7D51978A}"/>
              </a:ext>
            </a:extLst>
          </p:cNvPr>
          <p:cNvSpPr>
            <a:spLocks noGrp="1"/>
          </p:cNvSpPr>
          <p:nvPr>
            <p:ph type="title"/>
          </p:nvPr>
        </p:nvSpPr>
        <p:spPr>
          <a:xfrm>
            <a:off x="1154954" y="973668"/>
            <a:ext cx="8761413" cy="706964"/>
          </a:xfrm>
        </p:spPr>
        <p:txBody>
          <a:bodyPr>
            <a:normAutofit/>
          </a:bodyPr>
          <a:lstStyle/>
          <a:p>
            <a:r>
              <a:rPr lang="en-BD">
                <a:solidFill>
                  <a:srgbClr val="EBEBEB"/>
                </a:solidFill>
              </a:rPr>
              <a:t>Lessons Learned: Access Control</a:t>
            </a:r>
          </a:p>
        </p:txBody>
      </p:sp>
      <p:sp>
        <p:nvSpPr>
          <p:cNvPr id="3" name="Content Placeholder 2">
            <a:extLst>
              <a:ext uri="{FF2B5EF4-FFF2-40B4-BE49-F238E27FC236}">
                <a16:creationId xmlns:a16="http://schemas.microsoft.com/office/drawing/2014/main" id="{F91A41FC-D7E2-C045-E57F-27DF6B9EC360}"/>
              </a:ext>
            </a:extLst>
          </p:cNvPr>
          <p:cNvSpPr>
            <a:spLocks noGrp="1"/>
          </p:cNvSpPr>
          <p:nvPr>
            <p:ph idx="1"/>
          </p:nvPr>
        </p:nvSpPr>
        <p:spPr>
          <a:xfrm>
            <a:off x="1154954" y="2603500"/>
            <a:ext cx="6397313" cy="3416300"/>
          </a:xfrm>
        </p:spPr>
        <p:txBody>
          <a:bodyPr anchor="ctr">
            <a:normAutofit/>
          </a:bodyPr>
          <a:lstStyle/>
          <a:p>
            <a:pPr>
              <a:lnSpc>
                <a:spcPct val="90000"/>
              </a:lnSpc>
            </a:pPr>
            <a:r>
              <a:rPr lang="en-BD" sz="1400" b="1" dirty="0"/>
              <a:t>Lesson 1: Strengthen Access Controls</a:t>
            </a:r>
          </a:p>
          <a:p>
            <a:pPr>
              <a:lnSpc>
                <a:spcPct val="90000"/>
              </a:lnSpc>
            </a:pPr>
            <a:r>
              <a:rPr lang="en-BD" sz="1400" b="1" dirty="0"/>
              <a:t>Principle of Least Privilege</a:t>
            </a:r>
            <a:endParaRPr lang="en-BD" sz="1400" dirty="0"/>
          </a:p>
          <a:p>
            <a:pPr>
              <a:lnSpc>
                <a:spcPct val="90000"/>
              </a:lnSpc>
            </a:pPr>
            <a:r>
              <a:rPr lang="en-BD" sz="1400" dirty="0"/>
              <a:t>Restrict access to IP strictly to those who need it</a:t>
            </a:r>
          </a:p>
          <a:p>
            <a:pPr>
              <a:lnSpc>
                <a:spcPct val="90000"/>
              </a:lnSpc>
            </a:pPr>
            <a:r>
              <a:rPr lang="en-BD" sz="1400" dirty="0"/>
              <a:t>Regularly audit permissions and rotate credentials</a:t>
            </a:r>
          </a:p>
          <a:p>
            <a:pPr>
              <a:lnSpc>
                <a:spcPct val="90000"/>
              </a:lnSpc>
            </a:pPr>
            <a:r>
              <a:rPr lang="en-BD" sz="1400" b="1" dirty="0"/>
              <a:t>Monitor Data Activity</a:t>
            </a:r>
            <a:endParaRPr lang="en-BD" sz="1400" dirty="0"/>
          </a:p>
          <a:p>
            <a:pPr>
              <a:lnSpc>
                <a:spcPct val="90000"/>
              </a:lnSpc>
            </a:pPr>
            <a:r>
              <a:rPr lang="en-BD" sz="1400" dirty="0"/>
              <a:t>Track abnormal file transfers, especially before resignations</a:t>
            </a:r>
          </a:p>
          <a:p>
            <a:pPr>
              <a:lnSpc>
                <a:spcPct val="90000"/>
              </a:lnSpc>
            </a:pPr>
            <a:r>
              <a:rPr lang="en-BD" sz="1400" dirty="0"/>
              <a:t>Correlate download behavior with risk context (e.g., resignation notices)</a:t>
            </a:r>
          </a:p>
          <a:p>
            <a:pPr>
              <a:lnSpc>
                <a:spcPct val="90000"/>
              </a:lnSpc>
            </a:pPr>
            <a:r>
              <a:rPr lang="en-BD" sz="1400" b="1" dirty="0"/>
              <a:t>Segmentation &amp; Encryption</a:t>
            </a:r>
            <a:endParaRPr lang="en-BD" sz="1400" dirty="0"/>
          </a:p>
          <a:p>
            <a:pPr>
              <a:lnSpc>
                <a:spcPct val="90000"/>
              </a:lnSpc>
            </a:pPr>
            <a:r>
              <a:rPr lang="en-BD" sz="1400" dirty="0"/>
              <a:t>Persistently encrypt sensitive files</a:t>
            </a:r>
          </a:p>
          <a:p>
            <a:pPr>
              <a:lnSpc>
                <a:spcPct val="90000"/>
              </a:lnSpc>
            </a:pPr>
            <a:r>
              <a:rPr lang="en-BD" sz="1400" dirty="0"/>
              <a:t>Implement network segmentation to limit data exfiltration pathways</a:t>
            </a:r>
          </a:p>
          <a:p>
            <a:pPr>
              <a:lnSpc>
                <a:spcPct val="90000"/>
              </a:lnSpc>
            </a:pPr>
            <a:endParaRPr lang="en-BD" sz="1400" dirty="0"/>
          </a:p>
        </p:txBody>
      </p:sp>
      <p:pic>
        <p:nvPicPr>
          <p:cNvPr id="7" name="Graphic 6" descr="Laptop Secure">
            <a:extLst>
              <a:ext uri="{FF2B5EF4-FFF2-40B4-BE49-F238E27FC236}">
                <a16:creationId xmlns:a16="http://schemas.microsoft.com/office/drawing/2014/main" id="{DFD759BC-E997-F9C5-8682-D15E4ACA8E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27013" y="2775951"/>
            <a:ext cx="306716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253112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BD"/>
          </a:p>
        </p:txBody>
      </p:sp>
      <p:sp>
        <p:nvSpPr>
          <p:cNvPr id="2" name="Title 1">
            <a:extLst>
              <a:ext uri="{FF2B5EF4-FFF2-40B4-BE49-F238E27FC236}">
                <a16:creationId xmlns:a16="http://schemas.microsoft.com/office/drawing/2014/main" id="{C5786E54-918D-B5CF-FC8C-9E3EB004B942}"/>
              </a:ext>
            </a:extLst>
          </p:cNvPr>
          <p:cNvSpPr>
            <a:spLocks noGrp="1"/>
          </p:cNvSpPr>
          <p:nvPr>
            <p:ph type="title"/>
          </p:nvPr>
        </p:nvSpPr>
        <p:spPr>
          <a:xfrm>
            <a:off x="561110" y="973668"/>
            <a:ext cx="4177867" cy="1391692"/>
          </a:xfrm>
        </p:spPr>
        <p:txBody>
          <a:bodyPr>
            <a:normAutofit/>
          </a:bodyPr>
          <a:lstStyle/>
          <a:p>
            <a:pPr>
              <a:lnSpc>
                <a:spcPct val="90000"/>
              </a:lnSpc>
            </a:pPr>
            <a:r>
              <a:rPr lang="en-BD" sz="3100">
                <a:solidFill>
                  <a:schemeClr val="tx2"/>
                </a:solidFill>
              </a:rPr>
              <a:t>DLP, Monitoring, Offboarding &amp; Hiring</a:t>
            </a:r>
          </a:p>
        </p:txBody>
      </p:sp>
      <p:sp>
        <p:nvSpPr>
          <p:cNvPr id="82" name="Content Placeholder 2">
            <a:extLst>
              <a:ext uri="{FF2B5EF4-FFF2-40B4-BE49-F238E27FC236}">
                <a16:creationId xmlns:a16="http://schemas.microsoft.com/office/drawing/2014/main" id="{0AB3502D-7547-6A62-62DC-7A19C76D7DBD}"/>
              </a:ext>
            </a:extLst>
          </p:cNvPr>
          <p:cNvSpPr>
            <a:spLocks noGrp="1"/>
          </p:cNvSpPr>
          <p:nvPr>
            <p:ph idx="1"/>
          </p:nvPr>
        </p:nvSpPr>
        <p:spPr>
          <a:xfrm>
            <a:off x="561110" y="2603500"/>
            <a:ext cx="4072673" cy="3416300"/>
          </a:xfrm>
        </p:spPr>
        <p:txBody>
          <a:bodyPr>
            <a:normAutofit/>
          </a:bodyPr>
          <a:lstStyle/>
          <a:p>
            <a:pPr>
              <a:lnSpc>
                <a:spcPct val="90000"/>
              </a:lnSpc>
            </a:pPr>
            <a:r>
              <a:rPr lang="en-BD" sz="900" b="1"/>
              <a:t>DLP &amp; Monitoring</a:t>
            </a:r>
            <a:endParaRPr lang="en-BD" sz="900"/>
          </a:p>
          <a:p>
            <a:pPr>
              <a:lnSpc>
                <a:spcPct val="90000"/>
              </a:lnSpc>
            </a:pPr>
            <a:r>
              <a:rPr lang="en-BD" sz="900"/>
              <a:t>Auto‑classify and encrypt sensitive files</a:t>
            </a:r>
          </a:p>
          <a:p>
            <a:pPr>
              <a:lnSpc>
                <a:spcPct val="90000"/>
              </a:lnSpc>
            </a:pPr>
            <a:r>
              <a:rPr lang="en-BD" sz="900"/>
              <a:t>Behavioral analytics for abnormal mass downloads</a:t>
            </a:r>
          </a:p>
          <a:p>
            <a:pPr>
              <a:lnSpc>
                <a:spcPct val="90000"/>
              </a:lnSpc>
            </a:pPr>
            <a:r>
              <a:rPr lang="en-BD" sz="900"/>
              <a:t>Real‑time alerts for data transfers before resignations</a:t>
            </a:r>
          </a:p>
          <a:p>
            <a:pPr>
              <a:lnSpc>
                <a:spcPct val="90000"/>
              </a:lnSpc>
            </a:pPr>
            <a:r>
              <a:rPr lang="en-BD" sz="900"/>
              <a:t>Prioritize monitoring of high‑risk IP‑access employees</a:t>
            </a:r>
          </a:p>
          <a:p>
            <a:pPr>
              <a:lnSpc>
                <a:spcPct val="90000"/>
              </a:lnSpc>
            </a:pPr>
            <a:r>
              <a:rPr lang="en-BD" sz="900" b="1"/>
              <a:t>Offboarding &amp; Hiring</a:t>
            </a:r>
            <a:endParaRPr lang="en-BD" sz="900"/>
          </a:p>
          <a:p>
            <a:pPr>
              <a:lnSpc>
                <a:spcPct val="90000"/>
              </a:lnSpc>
            </a:pPr>
            <a:r>
              <a:rPr lang="en-BD" sz="900"/>
              <a:t>Revoke access immediately upon termination</a:t>
            </a:r>
          </a:p>
          <a:p>
            <a:pPr>
              <a:lnSpc>
                <a:spcPct val="90000"/>
              </a:lnSpc>
            </a:pPr>
            <a:r>
              <a:rPr lang="en-BD" sz="900"/>
              <a:t>Monitor activity during notice periods</a:t>
            </a:r>
          </a:p>
          <a:p>
            <a:pPr>
              <a:lnSpc>
                <a:spcPct val="90000"/>
              </a:lnSpc>
            </a:pPr>
            <a:r>
              <a:rPr lang="en-BD" sz="900"/>
              <a:t>Conduct exit interviews; collect all devices</a:t>
            </a:r>
          </a:p>
          <a:p>
            <a:pPr>
              <a:lnSpc>
                <a:spcPct val="90000"/>
              </a:lnSpc>
            </a:pPr>
            <a:r>
              <a:rPr lang="en-BD" sz="900"/>
              <a:t>Vet competitor hires for trade secret exposure</a:t>
            </a:r>
          </a:p>
          <a:p>
            <a:pPr>
              <a:lnSpc>
                <a:spcPct val="90000"/>
              </a:lnSpc>
            </a:pPr>
            <a:r>
              <a:rPr lang="en-BD" sz="900"/>
              <a:t>Enforce strong NDAs, non‑competes, and IP clauses</a:t>
            </a:r>
          </a:p>
          <a:p>
            <a:pPr>
              <a:lnSpc>
                <a:spcPct val="90000"/>
              </a:lnSpc>
            </a:pPr>
            <a:r>
              <a:rPr lang="en-BD" sz="900" b="1"/>
              <a:t>Short Example:</a:t>
            </a:r>
            <a:br>
              <a:rPr lang="en-BD" sz="900"/>
            </a:br>
            <a:r>
              <a:rPr lang="en-BD" sz="900"/>
              <a:t>Waymo lacked a DLP rule to block mass USB transfers. A simple policy restricting external drives would have stopped the </a:t>
            </a:r>
            <a:r>
              <a:rPr lang="en-BD" sz="900" b="1"/>
              <a:t>9.7 GB</a:t>
            </a:r>
            <a:r>
              <a:rPr lang="en-BD" sz="900"/>
              <a:t> exfiltration instantly.</a:t>
            </a:r>
          </a:p>
          <a:p>
            <a:pPr>
              <a:lnSpc>
                <a:spcPct val="90000"/>
              </a:lnSpc>
            </a:pPr>
            <a:endParaRPr lang="en-BD" sz="900"/>
          </a:p>
        </p:txBody>
      </p:sp>
      <p:pic>
        <p:nvPicPr>
          <p:cNvPr id="4" name="Picture 3">
            <a:extLst>
              <a:ext uri="{FF2B5EF4-FFF2-40B4-BE49-F238E27FC236}">
                <a16:creationId xmlns:a16="http://schemas.microsoft.com/office/drawing/2014/main" id="{5371A1CA-493A-24CF-53F3-3A004815F5F4}"/>
              </a:ext>
            </a:extLst>
          </p:cNvPr>
          <p:cNvPicPr>
            <a:picLocks noChangeAspect="1"/>
          </p:cNvPicPr>
          <p:nvPr/>
        </p:nvPicPr>
        <p:blipFill>
          <a:blip r:embed="rId2"/>
          <a:srcRect t="26950" b="12898"/>
          <a:stretch>
            <a:fillRect/>
          </a:stretch>
        </p:blipFill>
        <p:spPr>
          <a:xfrm>
            <a:off x="5120117"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91"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BD"/>
          </a:p>
        </p:txBody>
      </p:sp>
    </p:spTree>
    <p:extLst>
      <p:ext uri="{BB962C8B-B14F-4D97-AF65-F5344CB8AC3E}">
        <p14:creationId xmlns:p14="http://schemas.microsoft.com/office/powerpoint/2010/main" val="4235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76" name="Rectangle 75">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77"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BD"/>
            </a:p>
          </p:txBody>
        </p:sp>
      </p:grpSp>
      <p:sp>
        <p:nvSpPr>
          <p:cNvPr id="2" name="Title 1">
            <a:extLst>
              <a:ext uri="{FF2B5EF4-FFF2-40B4-BE49-F238E27FC236}">
                <a16:creationId xmlns:a16="http://schemas.microsoft.com/office/drawing/2014/main" id="{53CE5F95-8C14-25C2-3093-72818D9B5701}"/>
              </a:ext>
            </a:extLst>
          </p:cNvPr>
          <p:cNvSpPr>
            <a:spLocks noGrp="1"/>
          </p:cNvSpPr>
          <p:nvPr>
            <p:ph type="title"/>
          </p:nvPr>
        </p:nvSpPr>
        <p:spPr>
          <a:xfrm>
            <a:off x="1154954" y="973668"/>
            <a:ext cx="8761413" cy="706964"/>
          </a:xfrm>
        </p:spPr>
        <p:txBody>
          <a:bodyPr>
            <a:normAutofit/>
          </a:bodyPr>
          <a:lstStyle/>
          <a:p>
            <a:r>
              <a:rPr lang="en-BD" sz="3300">
                <a:solidFill>
                  <a:srgbClr val="FFFFFF"/>
                </a:solidFill>
              </a:rPr>
              <a:t>Course Connections &amp; Recommondations</a:t>
            </a:r>
          </a:p>
        </p:txBody>
      </p:sp>
      <p:sp>
        <p:nvSpPr>
          <p:cNvPr id="78" name="Rectangle 77">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graphicFrame>
        <p:nvGraphicFramePr>
          <p:cNvPr id="79" name="Content Placeholder 2">
            <a:extLst>
              <a:ext uri="{FF2B5EF4-FFF2-40B4-BE49-F238E27FC236}">
                <a16:creationId xmlns:a16="http://schemas.microsoft.com/office/drawing/2014/main" id="{9C0E6DCC-D978-C56C-97DE-5E0D378F667E}"/>
              </a:ext>
            </a:extLst>
          </p:cNvPr>
          <p:cNvGraphicFramePr>
            <a:graphicFrameLocks noGrp="1"/>
          </p:cNvGraphicFramePr>
          <p:nvPr>
            <p:ph idx="1"/>
            <p:extLst>
              <p:ext uri="{D42A27DB-BD31-4B8C-83A1-F6EECF244321}">
                <p14:modId xmlns:p14="http://schemas.microsoft.com/office/powerpoint/2010/main" val="875599196"/>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5244050"/>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B36FF-BC60-247A-FEC3-B8880FBC44C4}"/>
              </a:ext>
            </a:extLst>
          </p:cNvPr>
          <p:cNvSpPr>
            <a:spLocks noGrp="1"/>
          </p:cNvSpPr>
          <p:nvPr>
            <p:ph type="title"/>
          </p:nvPr>
        </p:nvSpPr>
        <p:spPr>
          <a:xfrm>
            <a:off x="1154954" y="973668"/>
            <a:ext cx="8761413" cy="706964"/>
          </a:xfrm>
        </p:spPr>
        <p:txBody>
          <a:bodyPr>
            <a:normAutofit/>
          </a:bodyPr>
          <a:lstStyle/>
          <a:p>
            <a:r>
              <a:rPr lang="en-BD"/>
              <a:t>Discussion Questions /1</a:t>
            </a:r>
          </a:p>
        </p:txBody>
      </p:sp>
      <p:sp>
        <p:nvSpPr>
          <p:cNvPr id="22" name="Content Placeholder 2">
            <a:extLst>
              <a:ext uri="{FF2B5EF4-FFF2-40B4-BE49-F238E27FC236}">
                <a16:creationId xmlns:a16="http://schemas.microsoft.com/office/drawing/2014/main" id="{B85EFFB2-8DE6-823A-2558-0B163B431786}"/>
              </a:ext>
            </a:extLst>
          </p:cNvPr>
          <p:cNvSpPr>
            <a:spLocks noGrp="1"/>
          </p:cNvSpPr>
          <p:nvPr>
            <p:ph idx="1"/>
          </p:nvPr>
        </p:nvSpPr>
        <p:spPr>
          <a:xfrm>
            <a:off x="1154955" y="2603500"/>
            <a:ext cx="3481054" cy="3416300"/>
          </a:xfrm>
        </p:spPr>
        <p:txBody>
          <a:bodyPr anchor="ctr">
            <a:normAutofit/>
          </a:bodyPr>
          <a:lstStyle/>
          <a:p>
            <a:pPr>
              <a:lnSpc>
                <a:spcPct val="90000"/>
              </a:lnSpc>
              <a:buFont typeface="+mj-lt"/>
              <a:buAutoNum type="arabicPeriod"/>
            </a:pPr>
            <a:r>
              <a:rPr lang="en-BD" sz="1600" b="1"/>
              <a:t>If you were leaving a company, would you expect your access to sensitive files to be restricted or monitored?</a:t>
            </a:r>
          </a:p>
          <a:p>
            <a:pPr>
              <a:lnSpc>
                <a:spcPct val="90000"/>
              </a:lnSpc>
              <a:buFont typeface="+mj-lt"/>
              <a:buAutoNum type="arabicPeriod"/>
            </a:pPr>
            <a:r>
              <a:rPr lang="en-BD" sz="1600" b="1"/>
              <a:t>Should companies have the right to monitor everything an employee does on their work devices?</a:t>
            </a:r>
          </a:p>
          <a:p>
            <a:pPr>
              <a:lnSpc>
                <a:spcPct val="90000"/>
              </a:lnSpc>
              <a:buFont typeface="+mj-lt"/>
              <a:buAutoNum type="arabicPeriod"/>
            </a:pPr>
            <a:r>
              <a:rPr lang="en-BD" sz="1600" b="1"/>
              <a:t>Is it fair that Uber had to pay $245 million even though Levandowski was the one who stole the files?</a:t>
            </a:r>
            <a:br>
              <a:rPr lang="en-BD" sz="1600" b="1"/>
            </a:br>
            <a:endParaRPr lang="en-BD" sz="1600"/>
          </a:p>
        </p:txBody>
      </p:sp>
    </p:spTree>
    <p:extLst>
      <p:ext uri="{BB962C8B-B14F-4D97-AF65-F5344CB8AC3E}">
        <p14:creationId xmlns:p14="http://schemas.microsoft.com/office/powerpoint/2010/main" val="585849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6" name="Rectangle 35">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37"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BD"/>
            </a:p>
          </p:txBody>
        </p:sp>
      </p:grpSp>
      <p:sp>
        <p:nvSpPr>
          <p:cNvPr id="2" name="Title 1">
            <a:extLst>
              <a:ext uri="{FF2B5EF4-FFF2-40B4-BE49-F238E27FC236}">
                <a16:creationId xmlns:a16="http://schemas.microsoft.com/office/drawing/2014/main" id="{E5DDCC9E-790C-0C20-A3D5-05BC9E136496}"/>
              </a:ext>
            </a:extLst>
          </p:cNvPr>
          <p:cNvSpPr>
            <a:spLocks noGrp="1"/>
          </p:cNvSpPr>
          <p:nvPr>
            <p:ph type="title"/>
          </p:nvPr>
        </p:nvSpPr>
        <p:spPr>
          <a:xfrm>
            <a:off x="1154954" y="973668"/>
            <a:ext cx="8761413" cy="706964"/>
          </a:xfrm>
        </p:spPr>
        <p:txBody>
          <a:bodyPr>
            <a:normAutofit/>
          </a:bodyPr>
          <a:lstStyle/>
          <a:p>
            <a:r>
              <a:rPr lang="en-BD">
                <a:solidFill>
                  <a:srgbClr val="FFFFFF"/>
                </a:solidFill>
              </a:rPr>
              <a:t>Discussion Question /2</a:t>
            </a:r>
          </a:p>
        </p:txBody>
      </p:sp>
      <p:sp>
        <p:nvSpPr>
          <p:cNvPr id="39" name="Rectangle 38">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graphicFrame>
        <p:nvGraphicFramePr>
          <p:cNvPr id="31" name="Content Placeholder 2">
            <a:extLst>
              <a:ext uri="{FF2B5EF4-FFF2-40B4-BE49-F238E27FC236}">
                <a16:creationId xmlns:a16="http://schemas.microsoft.com/office/drawing/2014/main" id="{622C927D-DBCE-EE7C-A239-AF57E41CA1FE}"/>
              </a:ext>
            </a:extLst>
          </p:cNvPr>
          <p:cNvGraphicFramePr>
            <a:graphicFrameLocks noGrp="1"/>
          </p:cNvGraphicFramePr>
          <p:nvPr>
            <p:ph idx="1"/>
            <p:extLst>
              <p:ext uri="{D42A27DB-BD31-4B8C-83A1-F6EECF244321}">
                <p14:modId xmlns:p14="http://schemas.microsoft.com/office/powerpoint/2010/main" val="2352628787"/>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2833269"/>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25"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BD"/>
            </a:p>
          </p:txBody>
        </p:sp>
      </p:grpSp>
      <p:sp>
        <p:nvSpPr>
          <p:cNvPr id="27" name="Rectangle 26">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BD"/>
          </a:p>
        </p:txBody>
      </p:sp>
      <p:grpSp>
        <p:nvGrpSpPr>
          <p:cNvPr id="29" name="Group 28">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30" name="Rectangle 29">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D"/>
            </a:p>
          </p:txBody>
        </p:sp>
        <p:sp>
          <p:nvSpPr>
            <p:cNvPr id="31"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BD"/>
            </a:p>
          </p:txBody>
        </p:sp>
      </p:grpSp>
      <p:sp>
        <p:nvSpPr>
          <p:cNvPr id="2" name="Title 1">
            <a:extLst>
              <a:ext uri="{FF2B5EF4-FFF2-40B4-BE49-F238E27FC236}">
                <a16:creationId xmlns:a16="http://schemas.microsoft.com/office/drawing/2014/main" id="{5B4D1435-E9E1-4DA9-1BDB-8906246ADCC0}"/>
              </a:ext>
            </a:extLst>
          </p:cNvPr>
          <p:cNvSpPr>
            <a:spLocks noGrp="1"/>
          </p:cNvSpPr>
          <p:nvPr>
            <p:ph type="title"/>
          </p:nvPr>
        </p:nvSpPr>
        <p:spPr>
          <a:xfrm>
            <a:off x="1683171" y="1169773"/>
            <a:ext cx="8825658" cy="2870161"/>
          </a:xfrm>
        </p:spPr>
        <p:txBody>
          <a:bodyPr vert="horz" lIns="91440" tIns="45720" rIns="91440" bIns="45720" rtlCol="0" anchor="b">
            <a:normAutofit/>
          </a:bodyPr>
          <a:lstStyle/>
          <a:p>
            <a:pPr algn="ctr"/>
            <a:r>
              <a:rPr lang="en-US" sz="5400" dirty="0">
                <a:solidFill>
                  <a:schemeClr val="tx1"/>
                </a:solidFill>
              </a:rPr>
              <a:t>Thank You</a:t>
            </a:r>
          </a:p>
        </p:txBody>
      </p:sp>
      <p:cxnSp>
        <p:nvCxnSpPr>
          <p:cNvPr id="33" name="Straight Connector 32">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18517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3</TotalTime>
  <Words>1274</Words>
  <Application>Microsoft Macintosh PowerPoint</Application>
  <PresentationFormat>Widescreen</PresentationFormat>
  <Paragraphs>150</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Century Gothic</vt:lpstr>
      <vt:lpstr>Wingdings 3</vt:lpstr>
      <vt:lpstr>Ion Boardroom</vt:lpstr>
      <vt:lpstr>Waymo v. Uber (2017) Insider Threats, Trade Secret Theft &amp; Corporate Governance  MITS 5600G: Security Policies and Risk Management  Case Study : 30  Group Members —  Shah Md Julhash Tamim (101002572)                                   Faishal Youshuf  (101044804)  </vt:lpstr>
      <vt:lpstr>Presentation Overview  </vt:lpstr>
      <vt:lpstr>1. Case Background </vt:lpstr>
      <vt:lpstr>Background – The Key Individuals </vt:lpstr>
      <vt:lpstr>Incident Timeline</vt:lpstr>
      <vt:lpstr>Legal Proceedings</vt:lpstr>
      <vt:lpstr>Technical Aspects: LiDAR (stolen technology)</vt:lpstr>
      <vt:lpstr>Technical Aspects: The Evidence</vt:lpstr>
      <vt:lpstr>Organizational Failures and Incident Response</vt:lpstr>
      <vt:lpstr>Legal, Ethical and Business Impact</vt:lpstr>
      <vt:lpstr>Lessons Learned: Access Control</vt:lpstr>
      <vt:lpstr>DLP, Monitoring, Offboarding &amp; Hiring</vt:lpstr>
      <vt:lpstr>Course Connections &amp; Recommondations</vt:lpstr>
      <vt:lpstr>Discussion Questions /1</vt:lpstr>
      <vt:lpstr>Discussion Question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Faishal Youshuf</dc:creator>
  <cp:lastModifiedBy>Faishal Youshuf</cp:lastModifiedBy>
  <cp:revision>2</cp:revision>
  <dcterms:created xsi:type="dcterms:W3CDTF">2026-06-21T22:53:56Z</dcterms:created>
  <dcterms:modified xsi:type="dcterms:W3CDTF">2026-06-22T05:20:14Z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2026-06-22T02:30:45Z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e4e224de-3834-4fe7-9fc8-ba32d2cb9016</vt:lpwstr>
  </property>
  <property fmtid="{D5CDD505-2E9C-101B-9397-08002B2CF9AE}" pid="7" name="MSIP_Label_defa4170-0d19-0005-0004-bc88714345d2_ActionId">
    <vt:lpwstr>379dd8e7-5223-40f8-981c-f3f699088499</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